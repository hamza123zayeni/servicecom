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6" r:id="rId2"/>
    <p:sldId id="257" r:id="rId3"/>
    <p:sldId id="258" r:id="rId4"/>
    <p:sldId id="260" r:id="rId5"/>
    <p:sldId id="261" r:id="rId6"/>
    <p:sldId id="262" r:id="rId7"/>
    <p:sldId id="267" r:id="rId8"/>
    <p:sldId id="268" r:id="rId9"/>
    <p:sldId id="269" r:id="rId10"/>
    <p:sldId id="270" r:id="rId11"/>
    <p:sldId id="271" r:id="rId12"/>
    <p:sldId id="272" r:id="rId13"/>
    <p:sldId id="297" r:id="rId14"/>
    <p:sldId id="274" r:id="rId15"/>
    <p:sldId id="275" r:id="rId16"/>
    <p:sldId id="276" r:id="rId17"/>
    <p:sldId id="300" r:id="rId18"/>
    <p:sldId id="302" r:id="rId19"/>
    <p:sldId id="303" r:id="rId20"/>
    <p:sldId id="301" r:id="rId21"/>
    <p:sldId id="305" r:id="rId22"/>
  </p:sldIdLst>
  <p:sldSz cx="12192000" cy="6858000"/>
  <p:notesSz cx="6858000" cy="91440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ptos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ptos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ptos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ptos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27AB"/>
    <a:srgbClr val="E97132"/>
    <a:srgbClr val="F7D5CD"/>
    <a:srgbClr val="FF2F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88" autoAdjust="0"/>
    <p:restoredTop sz="94173" autoAdjust="0"/>
  </p:normalViewPr>
  <p:slideViewPr>
    <p:cSldViewPr snapToGrid="0">
      <p:cViewPr>
        <p:scale>
          <a:sx n="75" d="100"/>
          <a:sy n="75" d="100"/>
        </p:scale>
        <p:origin x="768" y="389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4" d="100"/>
          <a:sy n="54" d="100"/>
        </p:scale>
        <p:origin x="289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Relationship Id="rId4" Type="http://schemas.openxmlformats.org/officeDocument/2006/relationships/image" Target="../media/image23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Relationship Id="rId4" Type="http://schemas.openxmlformats.org/officeDocument/2006/relationships/image" Target="../media/image2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D4DF7E1-086E-4B87-AD13-61BD459FEC7E}" type="doc">
      <dgm:prSet loTypeId="urn:microsoft.com/office/officeart/2016/7/layout/LinearBlockProcessNumbered#1" loCatId="process" qsTypeId="urn:microsoft.com/office/officeart/2005/8/quickstyle/simple2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033CFE80-E62C-444B-B3F5-CBC63AF9DC0A}">
      <dgm:prSet custT="1"/>
      <dgm:spPr/>
      <dgm:t>
        <a:bodyPr/>
        <a:lstStyle/>
        <a:p>
          <a:r>
            <a:rPr lang="fr-FR" sz="2400" b="0" noProof="0" dirty="0"/>
            <a:t>Le projet consiste a créer une plateforme web qui permet la mise en relation entre prestataires de services et clients.</a:t>
          </a:r>
        </a:p>
      </dgm:t>
    </dgm:pt>
    <dgm:pt modelId="{A8220E5B-BE04-4864-9960-4499E2B0EB9B}" type="parTrans" cxnId="{2E09621C-D6B7-4E14-88A1-F4A439911298}">
      <dgm:prSet/>
      <dgm:spPr/>
      <dgm:t>
        <a:bodyPr/>
        <a:lstStyle/>
        <a:p>
          <a:endParaRPr lang="en-US"/>
        </a:p>
      </dgm:t>
    </dgm:pt>
    <dgm:pt modelId="{BC714150-97A6-40B3-94FD-E9484FB48EFE}" type="sibTrans" cxnId="{2E09621C-D6B7-4E14-88A1-F4A439911298}">
      <dgm:prSet phldrT="01"/>
      <dgm:spPr/>
      <dgm:t>
        <a:bodyPr/>
        <a:lstStyle/>
        <a:p>
          <a:r>
            <a:rPr lang="fr-FR" noProof="0" dirty="0"/>
            <a:t>01</a:t>
          </a:r>
        </a:p>
      </dgm:t>
    </dgm:pt>
    <dgm:pt modelId="{13200F12-0063-4283-A49E-1BEDE5FA76D1}">
      <dgm:prSet custT="1"/>
      <dgm:spPr/>
      <dgm:t>
        <a:bodyPr/>
        <a:lstStyle/>
        <a:p>
          <a:r>
            <a:rPr lang="fr-FR" sz="2400" noProof="0" dirty="0"/>
            <a:t>Elle vise à couvrir une gamme diversifiée des services, allant des travaux techniques aux prestations en ligne.</a:t>
          </a:r>
        </a:p>
      </dgm:t>
    </dgm:pt>
    <dgm:pt modelId="{6CBF011C-B1E1-4410-B045-212AF72C9C07}" type="parTrans" cxnId="{30520A31-9B3D-4174-B3F1-1C3FE5F6E0F2}">
      <dgm:prSet/>
      <dgm:spPr/>
      <dgm:t>
        <a:bodyPr/>
        <a:lstStyle/>
        <a:p>
          <a:endParaRPr lang="en-US"/>
        </a:p>
      </dgm:t>
    </dgm:pt>
    <dgm:pt modelId="{9A005EE0-78C1-447B-AEBE-9DA1AD875268}" type="sibTrans" cxnId="{30520A31-9B3D-4174-B3F1-1C3FE5F6E0F2}">
      <dgm:prSet phldrT="02"/>
      <dgm:spPr/>
      <dgm:t>
        <a:bodyPr/>
        <a:lstStyle/>
        <a:p>
          <a:r>
            <a:rPr lang="fr-FR" noProof="0" dirty="0"/>
            <a:t>02</a:t>
          </a:r>
        </a:p>
      </dgm:t>
    </dgm:pt>
    <dgm:pt modelId="{A27744D3-3B23-4441-A080-444CA7405040}">
      <dgm:prSet custT="1"/>
      <dgm:spPr/>
      <dgm:t>
        <a:bodyPr/>
        <a:lstStyle/>
        <a:p>
          <a:r>
            <a:rPr lang="fr-FR" sz="2400" b="0" noProof="0" dirty="0"/>
            <a:t>Les utilisateurs peuvent publier leurs offres ou postuler à des annonces.</a:t>
          </a:r>
        </a:p>
      </dgm:t>
    </dgm:pt>
    <dgm:pt modelId="{2E79D68C-AD4E-45A8-8E46-13C021E57A0C}" type="parTrans" cxnId="{553DD1E3-FF40-42E3-9204-20FD2F47C8C0}">
      <dgm:prSet/>
      <dgm:spPr/>
      <dgm:t>
        <a:bodyPr/>
        <a:lstStyle/>
        <a:p>
          <a:endParaRPr lang="en-US"/>
        </a:p>
      </dgm:t>
    </dgm:pt>
    <dgm:pt modelId="{D067DAA7-F98C-4F24-A330-00CB62950255}" type="sibTrans" cxnId="{553DD1E3-FF40-42E3-9204-20FD2F47C8C0}">
      <dgm:prSet phldrT="03"/>
      <dgm:spPr/>
      <dgm:t>
        <a:bodyPr/>
        <a:lstStyle/>
        <a:p>
          <a:r>
            <a:rPr lang="fr-FR" noProof="0" dirty="0"/>
            <a:t>03</a:t>
          </a:r>
        </a:p>
      </dgm:t>
    </dgm:pt>
    <dgm:pt modelId="{31B950F2-D3FB-4B24-ABBA-8D3B2B0C428F}" type="pres">
      <dgm:prSet presAssocID="{AD4DF7E1-086E-4B87-AD13-61BD459FEC7E}" presName="Name0" presStyleCnt="0">
        <dgm:presLayoutVars>
          <dgm:animLvl val="lvl"/>
          <dgm:resizeHandles val="exact"/>
        </dgm:presLayoutVars>
      </dgm:prSet>
      <dgm:spPr/>
    </dgm:pt>
    <dgm:pt modelId="{C10860CF-1C2F-4F60-83ED-38C74EE21FDE}" type="pres">
      <dgm:prSet presAssocID="{033CFE80-E62C-444B-B3F5-CBC63AF9DC0A}" presName="compositeNode" presStyleCnt="0">
        <dgm:presLayoutVars>
          <dgm:bulletEnabled val="1"/>
        </dgm:presLayoutVars>
      </dgm:prSet>
      <dgm:spPr/>
    </dgm:pt>
    <dgm:pt modelId="{171A9F0B-A516-47F7-A7B0-40470880A51E}" type="pres">
      <dgm:prSet presAssocID="{033CFE80-E62C-444B-B3F5-CBC63AF9DC0A}" presName="bgRect" presStyleLbl="alignNode1" presStyleIdx="0" presStyleCnt="3"/>
      <dgm:spPr/>
    </dgm:pt>
    <dgm:pt modelId="{AC864242-ACF6-46C1-8796-F8910DEB9D60}" type="pres">
      <dgm:prSet presAssocID="{BC714150-97A6-40B3-94FD-E9484FB48EFE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DEA9E88E-5928-401F-8877-F9FED0B88A8A}" type="pres">
      <dgm:prSet presAssocID="{033CFE80-E62C-444B-B3F5-CBC63AF9DC0A}" presName="nodeRect" presStyleLbl="alignNode1" presStyleIdx="0" presStyleCnt="3">
        <dgm:presLayoutVars>
          <dgm:bulletEnabled val="1"/>
        </dgm:presLayoutVars>
      </dgm:prSet>
      <dgm:spPr/>
    </dgm:pt>
    <dgm:pt modelId="{12DC10F9-1876-4B37-A574-EFF0FC50AF75}" type="pres">
      <dgm:prSet presAssocID="{BC714150-97A6-40B3-94FD-E9484FB48EFE}" presName="sibTrans" presStyleCnt="0"/>
      <dgm:spPr/>
    </dgm:pt>
    <dgm:pt modelId="{FB2D6FFA-D5F1-4AC8-811F-98C8D7719B3C}" type="pres">
      <dgm:prSet presAssocID="{13200F12-0063-4283-A49E-1BEDE5FA76D1}" presName="compositeNode" presStyleCnt="0">
        <dgm:presLayoutVars>
          <dgm:bulletEnabled val="1"/>
        </dgm:presLayoutVars>
      </dgm:prSet>
      <dgm:spPr/>
    </dgm:pt>
    <dgm:pt modelId="{48AA0543-82DE-454C-8CEC-4A30322686C7}" type="pres">
      <dgm:prSet presAssocID="{13200F12-0063-4283-A49E-1BEDE5FA76D1}" presName="bgRect" presStyleLbl="alignNode1" presStyleIdx="1" presStyleCnt="3"/>
      <dgm:spPr/>
    </dgm:pt>
    <dgm:pt modelId="{702D4BE7-BD5C-43EA-B754-EEEE5395DC43}" type="pres">
      <dgm:prSet presAssocID="{9A005EE0-78C1-447B-AEBE-9DA1AD875268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1BCFBAD7-2E19-4E1C-BFF7-5DB9361E8F33}" type="pres">
      <dgm:prSet presAssocID="{13200F12-0063-4283-A49E-1BEDE5FA76D1}" presName="nodeRect" presStyleLbl="alignNode1" presStyleIdx="1" presStyleCnt="3">
        <dgm:presLayoutVars>
          <dgm:bulletEnabled val="1"/>
        </dgm:presLayoutVars>
      </dgm:prSet>
      <dgm:spPr/>
    </dgm:pt>
    <dgm:pt modelId="{88105BAC-F6BE-4367-B5EF-2DD16D83DB12}" type="pres">
      <dgm:prSet presAssocID="{9A005EE0-78C1-447B-AEBE-9DA1AD875268}" presName="sibTrans" presStyleCnt="0"/>
      <dgm:spPr/>
    </dgm:pt>
    <dgm:pt modelId="{B78E0786-DF63-4C60-8D65-B41BE8011848}" type="pres">
      <dgm:prSet presAssocID="{A27744D3-3B23-4441-A080-444CA7405040}" presName="compositeNode" presStyleCnt="0">
        <dgm:presLayoutVars>
          <dgm:bulletEnabled val="1"/>
        </dgm:presLayoutVars>
      </dgm:prSet>
      <dgm:spPr/>
    </dgm:pt>
    <dgm:pt modelId="{07355C10-1AE5-44A3-B27E-CC705A448BFF}" type="pres">
      <dgm:prSet presAssocID="{A27744D3-3B23-4441-A080-444CA7405040}" presName="bgRect" presStyleLbl="alignNode1" presStyleIdx="2" presStyleCnt="3"/>
      <dgm:spPr/>
    </dgm:pt>
    <dgm:pt modelId="{5806D132-913C-479E-BF8A-0B1474A4C811}" type="pres">
      <dgm:prSet presAssocID="{D067DAA7-F98C-4F24-A330-00CB62950255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B7C9451B-D901-491C-99A6-FB7972D1666B}" type="pres">
      <dgm:prSet presAssocID="{A27744D3-3B23-4441-A080-444CA7405040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7DF83601-7FDA-4673-9352-7DCC465F9350}" type="presOf" srcId="{033CFE80-E62C-444B-B3F5-CBC63AF9DC0A}" destId="{DEA9E88E-5928-401F-8877-F9FED0B88A8A}" srcOrd="1" destOrd="0" presId="urn:microsoft.com/office/officeart/2016/7/layout/LinearBlockProcessNumbered#1"/>
    <dgm:cxn modelId="{2E09621C-D6B7-4E14-88A1-F4A439911298}" srcId="{AD4DF7E1-086E-4B87-AD13-61BD459FEC7E}" destId="{033CFE80-E62C-444B-B3F5-CBC63AF9DC0A}" srcOrd="0" destOrd="0" parTransId="{A8220E5B-BE04-4864-9960-4499E2B0EB9B}" sibTransId="{BC714150-97A6-40B3-94FD-E9484FB48EFE}"/>
    <dgm:cxn modelId="{87DEE91E-BF53-48E5-BC8C-115A2474EE63}" type="presOf" srcId="{13200F12-0063-4283-A49E-1BEDE5FA76D1}" destId="{48AA0543-82DE-454C-8CEC-4A30322686C7}" srcOrd="0" destOrd="0" presId="urn:microsoft.com/office/officeart/2016/7/layout/LinearBlockProcessNumbered#1"/>
    <dgm:cxn modelId="{2B577E2A-3769-4C23-976A-C9A7C2C1F601}" type="presOf" srcId="{A27744D3-3B23-4441-A080-444CA7405040}" destId="{07355C10-1AE5-44A3-B27E-CC705A448BFF}" srcOrd="0" destOrd="0" presId="urn:microsoft.com/office/officeart/2016/7/layout/LinearBlockProcessNumbered#1"/>
    <dgm:cxn modelId="{30520A31-9B3D-4174-B3F1-1C3FE5F6E0F2}" srcId="{AD4DF7E1-086E-4B87-AD13-61BD459FEC7E}" destId="{13200F12-0063-4283-A49E-1BEDE5FA76D1}" srcOrd="1" destOrd="0" parTransId="{6CBF011C-B1E1-4410-B045-212AF72C9C07}" sibTransId="{9A005EE0-78C1-447B-AEBE-9DA1AD875268}"/>
    <dgm:cxn modelId="{2A914F42-EF19-4B66-96B3-5F536275D121}" type="presOf" srcId="{BC714150-97A6-40B3-94FD-E9484FB48EFE}" destId="{AC864242-ACF6-46C1-8796-F8910DEB9D60}" srcOrd="0" destOrd="0" presId="urn:microsoft.com/office/officeart/2016/7/layout/LinearBlockProcessNumbered#1"/>
    <dgm:cxn modelId="{53E14A7F-6F08-4FA8-A62F-2BB5FF5503D2}" type="presOf" srcId="{AD4DF7E1-086E-4B87-AD13-61BD459FEC7E}" destId="{31B950F2-D3FB-4B24-ABBA-8D3B2B0C428F}" srcOrd="0" destOrd="0" presId="urn:microsoft.com/office/officeart/2016/7/layout/LinearBlockProcessNumbered#1"/>
    <dgm:cxn modelId="{FAF55F8B-F78E-4CD5-8A00-D93C87B19FE0}" type="presOf" srcId="{13200F12-0063-4283-A49E-1BEDE5FA76D1}" destId="{1BCFBAD7-2E19-4E1C-BFF7-5DB9361E8F33}" srcOrd="1" destOrd="0" presId="urn:microsoft.com/office/officeart/2016/7/layout/LinearBlockProcessNumbered#1"/>
    <dgm:cxn modelId="{B9BB98B3-C3C5-4C6D-AEDF-55ADE4E07AD0}" type="presOf" srcId="{033CFE80-E62C-444B-B3F5-CBC63AF9DC0A}" destId="{171A9F0B-A516-47F7-A7B0-40470880A51E}" srcOrd="0" destOrd="0" presId="urn:microsoft.com/office/officeart/2016/7/layout/LinearBlockProcessNumbered#1"/>
    <dgm:cxn modelId="{31F6C8B3-DAA4-49DC-9FEE-2D2EA5DFB239}" type="presOf" srcId="{A27744D3-3B23-4441-A080-444CA7405040}" destId="{B7C9451B-D901-491C-99A6-FB7972D1666B}" srcOrd="1" destOrd="0" presId="urn:microsoft.com/office/officeart/2016/7/layout/LinearBlockProcessNumbered#1"/>
    <dgm:cxn modelId="{9A036BD4-9A2D-4A06-83FC-78A100E9EDA1}" type="presOf" srcId="{D067DAA7-F98C-4F24-A330-00CB62950255}" destId="{5806D132-913C-479E-BF8A-0B1474A4C811}" srcOrd="0" destOrd="0" presId="urn:microsoft.com/office/officeart/2016/7/layout/LinearBlockProcessNumbered#1"/>
    <dgm:cxn modelId="{553DD1E3-FF40-42E3-9204-20FD2F47C8C0}" srcId="{AD4DF7E1-086E-4B87-AD13-61BD459FEC7E}" destId="{A27744D3-3B23-4441-A080-444CA7405040}" srcOrd="2" destOrd="0" parTransId="{2E79D68C-AD4E-45A8-8E46-13C021E57A0C}" sibTransId="{D067DAA7-F98C-4F24-A330-00CB62950255}"/>
    <dgm:cxn modelId="{E23DEDF3-A619-4DBA-8B01-E9BAB443CF7D}" type="presOf" srcId="{9A005EE0-78C1-447B-AEBE-9DA1AD875268}" destId="{702D4BE7-BD5C-43EA-B754-EEEE5395DC43}" srcOrd="0" destOrd="0" presId="urn:microsoft.com/office/officeart/2016/7/layout/LinearBlockProcessNumbered#1"/>
    <dgm:cxn modelId="{41E562E3-2946-4B16-B4C7-4F8F5808C843}" type="presParOf" srcId="{31B950F2-D3FB-4B24-ABBA-8D3B2B0C428F}" destId="{C10860CF-1C2F-4F60-83ED-38C74EE21FDE}" srcOrd="0" destOrd="0" presId="urn:microsoft.com/office/officeart/2016/7/layout/LinearBlockProcessNumbered#1"/>
    <dgm:cxn modelId="{B44D8135-4152-42E3-BB89-6D222AAD70FA}" type="presParOf" srcId="{C10860CF-1C2F-4F60-83ED-38C74EE21FDE}" destId="{171A9F0B-A516-47F7-A7B0-40470880A51E}" srcOrd="0" destOrd="0" presId="urn:microsoft.com/office/officeart/2016/7/layout/LinearBlockProcessNumbered#1"/>
    <dgm:cxn modelId="{6A4292AA-5672-4EEC-A218-DCBE512EB15F}" type="presParOf" srcId="{C10860CF-1C2F-4F60-83ED-38C74EE21FDE}" destId="{AC864242-ACF6-46C1-8796-F8910DEB9D60}" srcOrd="1" destOrd="0" presId="urn:microsoft.com/office/officeart/2016/7/layout/LinearBlockProcessNumbered#1"/>
    <dgm:cxn modelId="{2669A7CC-352A-437D-8650-B4EDB911578B}" type="presParOf" srcId="{C10860CF-1C2F-4F60-83ED-38C74EE21FDE}" destId="{DEA9E88E-5928-401F-8877-F9FED0B88A8A}" srcOrd="2" destOrd="0" presId="urn:microsoft.com/office/officeart/2016/7/layout/LinearBlockProcessNumbered#1"/>
    <dgm:cxn modelId="{70511337-8529-447D-8B29-80AFBFF73C0B}" type="presParOf" srcId="{31B950F2-D3FB-4B24-ABBA-8D3B2B0C428F}" destId="{12DC10F9-1876-4B37-A574-EFF0FC50AF75}" srcOrd="1" destOrd="0" presId="urn:microsoft.com/office/officeart/2016/7/layout/LinearBlockProcessNumbered#1"/>
    <dgm:cxn modelId="{A4795047-343F-4D44-B72C-13BCF293CA8C}" type="presParOf" srcId="{31B950F2-D3FB-4B24-ABBA-8D3B2B0C428F}" destId="{FB2D6FFA-D5F1-4AC8-811F-98C8D7719B3C}" srcOrd="2" destOrd="0" presId="urn:microsoft.com/office/officeart/2016/7/layout/LinearBlockProcessNumbered#1"/>
    <dgm:cxn modelId="{BB718E33-EB47-4406-A9F8-6222D11095B3}" type="presParOf" srcId="{FB2D6FFA-D5F1-4AC8-811F-98C8D7719B3C}" destId="{48AA0543-82DE-454C-8CEC-4A30322686C7}" srcOrd="0" destOrd="0" presId="urn:microsoft.com/office/officeart/2016/7/layout/LinearBlockProcessNumbered#1"/>
    <dgm:cxn modelId="{BC0A7E82-6E39-4B26-8753-2A00BD0B63F7}" type="presParOf" srcId="{FB2D6FFA-D5F1-4AC8-811F-98C8D7719B3C}" destId="{702D4BE7-BD5C-43EA-B754-EEEE5395DC43}" srcOrd="1" destOrd="0" presId="urn:microsoft.com/office/officeart/2016/7/layout/LinearBlockProcessNumbered#1"/>
    <dgm:cxn modelId="{D8C98057-58D8-4E88-8770-B857F15F4ECB}" type="presParOf" srcId="{FB2D6FFA-D5F1-4AC8-811F-98C8D7719B3C}" destId="{1BCFBAD7-2E19-4E1C-BFF7-5DB9361E8F33}" srcOrd="2" destOrd="0" presId="urn:microsoft.com/office/officeart/2016/7/layout/LinearBlockProcessNumbered#1"/>
    <dgm:cxn modelId="{5F132281-8FCB-4195-8E7F-0482A64AFACE}" type="presParOf" srcId="{31B950F2-D3FB-4B24-ABBA-8D3B2B0C428F}" destId="{88105BAC-F6BE-4367-B5EF-2DD16D83DB12}" srcOrd="3" destOrd="0" presId="urn:microsoft.com/office/officeart/2016/7/layout/LinearBlockProcessNumbered#1"/>
    <dgm:cxn modelId="{A1D40A06-60EC-4FC0-BA71-D927397B5599}" type="presParOf" srcId="{31B950F2-D3FB-4B24-ABBA-8D3B2B0C428F}" destId="{B78E0786-DF63-4C60-8D65-B41BE8011848}" srcOrd="4" destOrd="0" presId="urn:microsoft.com/office/officeart/2016/7/layout/LinearBlockProcessNumbered#1"/>
    <dgm:cxn modelId="{49A26BBD-2FCE-4637-80BC-956F71D4A725}" type="presParOf" srcId="{B78E0786-DF63-4C60-8D65-B41BE8011848}" destId="{07355C10-1AE5-44A3-B27E-CC705A448BFF}" srcOrd="0" destOrd="0" presId="urn:microsoft.com/office/officeart/2016/7/layout/LinearBlockProcessNumbered#1"/>
    <dgm:cxn modelId="{1B4A25DB-7F5C-488D-B7B5-6F19DBD070FB}" type="presParOf" srcId="{B78E0786-DF63-4C60-8D65-B41BE8011848}" destId="{5806D132-913C-479E-BF8A-0B1474A4C811}" srcOrd="1" destOrd="0" presId="urn:microsoft.com/office/officeart/2016/7/layout/LinearBlockProcessNumbered#1"/>
    <dgm:cxn modelId="{F0757A09-345D-4675-9EE8-6431965FDE90}" type="presParOf" srcId="{B78E0786-DF63-4C60-8D65-B41BE8011848}" destId="{B7C9451B-D901-491C-99A6-FB7972D1666B}" srcOrd="2" destOrd="0" presId="urn:microsoft.com/office/officeart/2016/7/layout/LinearBlockProcessNumbered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8290BA2-5253-4DCF-A24E-92B39D624F13}" type="doc">
      <dgm:prSet loTypeId="urn:microsoft.com/office/officeart/2018/2/layout/IconVerticalSolidList#1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BBE4C53-4F6B-4234-9866-46A568F13D0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FR" sz="2000" noProof="0" dirty="0"/>
            <a:t>Développement d’une plateforme web nommée ServiceCom qui facilite la mise en relation entre prestataires des services et clients.</a:t>
          </a:r>
        </a:p>
      </dgm:t>
    </dgm:pt>
    <dgm:pt modelId="{BFFDB58A-3853-4027-BF21-E8E8DF566F68}" type="sibTrans" cxnId="{3DCAEC3E-4C1B-404F-AE15-A829C6B11342}">
      <dgm:prSet/>
      <dgm:spPr/>
      <dgm:t>
        <a:bodyPr/>
        <a:lstStyle/>
        <a:p>
          <a:endParaRPr lang="en-US" sz="3200"/>
        </a:p>
      </dgm:t>
    </dgm:pt>
    <dgm:pt modelId="{B69263A1-3FE0-4F58-80AA-ECF4C8990260}" type="parTrans" cxnId="{3DCAEC3E-4C1B-404F-AE15-A829C6B11342}">
      <dgm:prSet/>
      <dgm:spPr/>
      <dgm:t>
        <a:bodyPr/>
        <a:lstStyle/>
        <a:p>
          <a:endParaRPr lang="en-US" sz="3200"/>
        </a:p>
      </dgm:t>
    </dgm:pt>
    <dgm:pt modelId="{BE8F9CBF-80D5-4132-B0BB-0A24C624C9C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FR" sz="2000" noProof="0" dirty="0"/>
            <a:t>Intégration de fonctionnalités clés : publication de services, candidatures, modération administrative.</a:t>
          </a:r>
        </a:p>
      </dgm:t>
    </dgm:pt>
    <dgm:pt modelId="{6B6F42F8-F982-468B-A5B5-BC6B5C4BF60E}" type="sibTrans" cxnId="{09300A27-75E7-485D-9175-08FE19C4F420}">
      <dgm:prSet/>
      <dgm:spPr/>
      <dgm:t>
        <a:bodyPr/>
        <a:lstStyle/>
        <a:p>
          <a:endParaRPr lang="en-US" sz="3200"/>
        </a:p>
      </dgm:t>
    </dgm:pt>
    <dgm:pt modelId="{E1F1A93E-39DD-45F7-A4DB-2A02078C0249}" type="parTrans" cxnId="{09300A27-75E7-485D-9175-08FE19C4F420}">
      <dgm:prSet/>
      <dgm:spPr/>
      <dgm:t>
        <a:bodyPr/>
        <a:lstStyle/>
        <a:p>
          <a:endParaRPr lang="en-US" sz="3200"/>
        </a:p>
      </dgm:t>
    </dgm:pt>
    <dgm:pt modelId="{08B81747-86D8-46C7-BC80-4EBD5B22B93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fr-FR" sz="2000" noProof="0" dirty="0"/>
            <a:t>Mise en œuvre d’une architecture sécurisée et évolutive, respectant les bonnes pratiques du développement web moderne.</a:t>
          </a:r>
        </a:p>
      </dgm:t>
    </dgm:pt>
    <dgm:pt modelId="{BAE93F84-BA03-4F7C-B5E6-99597E29534D}" type="sibTrans" cxnId="{B10E7FB1-7F22-4147-A1FC-09B804E4FA33}">
      <dgm:prSet/>
      <dgm:spPr/>
      <dgm:t>
        <a:bodyPr/>
        <a:lstStyle/>
        <a:p>
          <a:endParaRPr lang="en-US" sz="3200"/>
        </a:p>
      </dgm:t>
    </dgm:pt>
    <dgm:pt modelId="{75EBFAD0-37A3-4A7F-A932-A45566035B9D}" type="parTrans" cxnId="{B10E7FB1-7F22-4147-A1FC-09B804E4FA33}">
      <dgm:prSet/>
      <dgm:spPr/>
      <dgm:t>
        <a:bodyPr/>
        <a:lstStyle/>
        <a:p>
          <a:endParaRPr lang="en-US" sz="3200"/>
        </a:p>
      </dgm:t>
    </dgm:pt>
    <dgm:pt modelId="{84472084-CA15-4172-A70F-99701609B0A5}" type="pres">
      <dgm:prSet presAssocID="{08290BA2-5253-4DCF-A24E-92B39D624F13}" presName="root" presStyleCnt="0">
        <dgm:presLayoutVars>
          <dgm:dir/>
          <dgm:resizeHandles val="exact"/>
        </dgm:presLayoutVars>
      </dgm:prSet>
      <dgm:spPr/>
    </dgm:pt>
    <dgm:pt modelId="{A9552308-8402-49EA-AF66-399359F3FDA4}" type="pres">
      <dgm:prSet presAssocID="{EBBE4C53-4F6B-4234-9866-46A568F13D01}" presName="compNode" presStyleCnt="0"/>
      <dgm:spPr/>
    </dgm:pt>
    <dgm:pt modelId="{F01A2113-89B8-4E5C-8D9C-D441978634B3}" type="pres">
      <dgm:prSet presAssocID="{EBBE4C53-4F6B-4234-9866-46A568F13D01}" presName="bgRect" presStyleLbl="bgShp" presStyleIdx="0" presStyleCnt="3"/>
      <dgm:spPr/>
    </dgm:pt>
    <dgm:pt modelId="{4B34A8A5-2AFB-4DD4-9701-542503A53B4C}" type="pres">
      <dgm:prSet presAssocID="{EBBE4C53-4F6B-4234-9866-46A568F13D01}" presName="iconRect" presStyleLbl="node1" presStyleIdx="0" presStyleCnt="3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tilisateur"/>
        </a:ext>
      </dgm:extLst>
    </dgm:pt>
    <dgm:pt modelId="{48CFDB1A-3925-4218-989E-FA2ADB493E8C}" type="pres">
      <dgm:prSet presAssocID="{EBBE4C53-4F6B-4234-9866-46A568F13D01}" presName="spaceRect" presStyleCnt="0"/>
      <dgm:spPr/>
    </dgm:pt>
    <dgm:pt modelId="{9C588DAC-7E1A-4D2E-9DD3-50B0996EAAF5}" type="pres">
      <dgm:prSet presAssocID="{EBBE4C53-4F6B-4234-9866-46A568F13D01}" presName="parTx" presStyleLbl="revTx" presStyleIdx="0" presStyleCnt="3">
        <dgm:presLayoutVars>
          <dgm:chMax val="0"/>
          <dgm:chPref val="0"/>
        </dgm:presLayoutVars>
      </dgm:prSet>
      <dgm:spPr/>
    </dgm:pt>
    <dgm:pt modelId="{D0582E2F-5B70-4A71-8B3C-48A8223A6437}" type="pres">
      <dgm:prSet presAssocID="{BFFDB58A-3853-4027-BF21-E8E8DF566F68}" presName="sibTrans" presStyleCnt="0"/>
      <dgm:spPr/>
    </dgm:pt>
    <dgm:pt modelId="{94B9294E-C003-4ED3-888F-A4A52B679B78}" type="pres">
      <dgm:prSet presAssocID="{BE8F9CBF-80D5-4132-B0BB-0A24C624C9C6}" presName="compNode" presStyleCnt="0"/>
      <dgm:spPr/>
    </dgm:pt>
    <dgm:pt modelId="{6DEECD5E-77A3-4FFA-A616-15743F59AB0C}" type="pres">
      <dgm:prSet presAssocID="{BE8F9CBF-80D5-4132-B0BB-0A24C624C9C6}" presName="bgRect" presStyleLbl="bgShp" presStyleIdx="1" presStyleCnt="3"/>
      <dgm:spPr/>
    </dgm:pt>
    <dgm:pt modelId="{1BBDF72D-D172-4D6C-861E-EE6F9AE8FA3C}" type="pres">
      <dgm:prSet presAssocID="{BE8F9CBF-80D5-4132-B0BB-0A24C624C9C6}" presName="iconRect" presStyleLbl="node1" presStyleIdx="1" presStyleCnt="3"/>
      <dgm:spPr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é"/>
        </a:ext>
      </dgm:extLst>
    </dgm:pt>
    <dgm:pt modelId="{9944B0DF-AE18-46E2-82C4-D1BF4944DB5B}" type="pres">
      <dgm:prSet presAssocID="{BE8F9CBF-80D5-4132-B0BB-0A24C624C9C6}" presName="spaceRect" presStyleCnt="0"/>
      <dgm:spPr/>
    </dgm:pt>
    <dgm:pt modelId="{6F83CA1E-4961-4D69-9BD9-36B98C7E130D}" type="pres">
      <dgm:prSet presAssocID="{BE8F9CBF-80D5-4132-B0BB-0A24C624C9C6}" presName="parTx" presStyleLbl="revTx" presStyleIdx="1" presStyleCnt="3">
        <dgm:presLayoutVars>
          <dgm:chMax val="0"/>
          <dgm:chPref val="0"/>
        </dgm:presLayoutVars>
      </dgm:prSet>
      <dgm:spPr/>
    </dgm:pt>
    <dgm:pt modelId="{0FFBC636-5F97-481E-9F9D-8A0682332559}" type="pres">
      <dgm:prSet presAssocID="{6B6F42F8-F982-468B-A5B5-BC6B5C4BF60E}" presName="sibTrans" presStyleCnt="0"/>
      <dgm:spPr/>
    </dgm:pt>
    <dgm:pt modelId="{F99C1A1A-F16D-4B5D-A054-E0DAC8E34EE4}" type="pres">
      <dgm:prSet presAssocID="{08B81747-86D8-46C7-BC80-4EBD5B22B938}" presName="compNode" presStyleCnt="0"/>
      <dgm:spPr/>
    </dgm:pt>
    <dgm:pt modelId="{7353EB87-383F-44B2-829E-36E937229C44}" type="pres">
      <dgm:prSet presAssocID="{08B81747-86D8-46C7-BC80-4EBD5B22B938}" presName="bgRect" presStyleLbl="bgShp" presStyleIdx="2" presStyleCnt="3"/>
      <dgm:spPr/>
    </dgm:pt>
    <dgm:pt modelId="{D4384C0A-B71B-45D0-A281-8821CCC0E818}" type="pres">
      <dgm:prSet presAssocID="{08B81747-86D8-46C7-BC80-4EBD5B22B938}" presName="iconRect" presStyleLbl="node1" presStyleIdx="2" presStyleCnt="3"/>
      <dgm:spPr>
        <a:blipFill>
          <a:blip xmlns:r="http://schemas.openxmlformats.org/officeDocument/2006/relationships"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érarchie"/>
        </a:ext>
      </dgm:extLst>
    </dgm:pt>
    <dgm:pt modelId="{72E9F58D-DF7B-41EB-BEA2-38F94566C6D0}" type="pres">
      <dgm:prSet presAssocID="{08B81747-86D8-46C7-BC80-4EBD5B22B938}" presName="spaceRect" presStyleCnt="0"/>
      <dgm:spPr/>
    </dgm:pt>
    <dgm:pt modelId="{98AC2884-62E5-4883-A7C8-D16312E564A6}" type="pres">
      <dgm:prSet presAssocID="{08B81747-86D8-46C7-BC80-4EBD5B22B93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9300A27-75E7-485D-9175-08FE19C4F420}" srcId="{08290BA2-5253-4DCF-A24E-92B39D624F13}" destId="{BE8F9CBF-80D5-4132-B0BB-0A24C624C9C6}" srcOrd="1" destOrd="0" parTransId="{E1F1A93E-39DD-45F7-A4DB-2A02078C0249}" sibTransId="{6B6F42F8-F982-468B-A5B5-BC6B5C4BF60E}"/>
    <dgm:cxn modelId="{3DCAEC3E-4C1B-404F-AE15-A829C6B11342}" srcId="{08290BA2-5253-4DCF-A24E-92B39D624F13}" destId="{EBBE4C53-4F6B-4234-9866-46A568F13D01}" srcOrd="0" destOrd="0" parTransId="{B69263A1-3FE0-4F58-80AA-ECF4C8990260}" sibTransId="{BFFDB58A-3853-4027-BF21-E8E8DF566F68}"/>
    <dgm:cxn modelId="{90D24C62-D035-4364-AE2D-654891CF6B77}" type="presOf" srcId="{BE8F9CBF-80D5-4132-B0BB-0A24C624C9C6}" destId="{6F83CA1E-4961-4D69-9BD9-36B98C7E130D}" srcOrd="0" destOrd="0" presId="urn:microsoft.com/office/officeart/2018/2/layout/IconVerticalSolidList#1"/>
    <dgm:cxn modelId="{036BCC7E-957F-41F1-A231-DB9EA65D15EE}" type="presOf" srcId="{08B81747-86D8-46C7-BC80-4EBD5B22B938}" destId="{98AC2884-62E5-4883-A7C8-D16312E564A6}" srcOrd="0" destOrd="0" presId="urn:microsoft.com/office/officeart/2018/2/layout/IconVerticalSolidList#1"/>
    <dgm:cxn modelId="{23F0A886-463C-4BFC-87B1-67E02E65129C}" type="presOf" srcId="{EBBE4C53-4F6B-4234-9866-46A568F13D01}" destId="{9C588DAC-7E1A-4D2E-9DD3-50B0996EAAF5}" srcOrd="0" destOrd="0" presId="urn:microsoft.com/office/officeart/2018/2/layout/IconVerticalSolidList#1"/>
    <dgm:cxn modelId="{B10E7FB1-7F22-4147-A1FC-09B804E4FA33}" srcId="{08290BA2-5253-4DCF-A24E-92B39D624F13}" destId="{08B81747-86D8-46C7-BC80-4EBD5B22B938}" srcOrd="2" destOrd="0" parTransId="{75EBFAD0-37A3-4A7F-A932-A45566035B9D}" sibTransId="{BAE93F84-BA03-4F7C-B5E6-99597E29534D}"/>
    <dgm:cxn modelId="{D522B9DC-7BA4-488C-8339-BEFDF6CF11E0}" type="presOf" srcId="{08290BA2-5253-4DCF-A24E-92B39D624F13}" destId="{84472084-CA15-4172-A70F-99701609B0A5}" srcOrd="0" destOrd="0" presId="urn:microsoft.com/office/officeart/2018/2/layout/IconVerticalSolidList#1"/>
    <dgm:cxn modelId="{06CB0D20-E01F-4293-A456-32D2E662B725}" type="presParOf" srcId="{84472084-CA15-4172-A70F-99701609B0A5}" destId="{A9552308-8402-49EA-AF66-399359F3FDA4}" srcOrd="0" destOrd="0" presId="urn:microsoft.com/office/officeart/2018/2/layout/IconVerticalSolidList#1"/>
    <dgm:cxn modelId="{43080415-ACE6-47F9-93AD-7FAA5F72D7B2}" type="presParOf" srcId="{A9552308-8402-49EA-AF66-399359F3FDA4}" destId="{F01A2113-89B8-4E5C-8D9C-D441978634B3}" srcOrd="0" destOrd="0" presId="urn:microsoft.com/office/officeart/2018/2/layout/IconVerticalSolidList#1"/>
    <dgm:cxn modelId="{EFBEE6A5-B1CF-4E0A-9390-B4899E118325}" type="presParOf" srcId="{A9552308-8402-49EA-AF66-399359F3FDA4}" destId="{4B34A8A5-2AFB-4DD4-9701-542503A53B4C}" srcOrd="1" destOrd="0" presId="urn:microsoft.com/office/officeart/2018/2/layout/IconVerticalSolidList#1"/>
    <dgm:cxn modelId="{2158A9D3-94B0-4AD9-9AC2-BE1BCC2A0F69}" type="presParOf" srcId="{A9552308-8402-49EA-AF66-399359F3FDA4}" destId="{48CFDB1A-3925-4218-989E-FA2ADB493E8C}" srcOrd="2" destOrd="0" presId="urn:microsoft.com/office/officeart/2018/2/layout/IconVerticalSolidList#1"/>
    <dgm:cxn modelId="{0ED0C60F-AD20-4A44-886B-B3099636F5C4}" type="presParOf" srcId="{A9552308-8402-49EA-AF66-399359F3FDA4}" destId="{9C588DAC-7E1A-4D2E-9DD3-50B0996EAAF5}" srcOrd="3" destOrd="0" presId="urn:microsoft.com/office/officeart/2018/2/layout/IconVerticalSolidList#1"/>
    <dgm:cxn modelId="{67C2E7A9-1DB7-49B2-8095-A36F29375908}" type="presParOf" srcId="{84472084-CA15-4172-A70F-99701609B0A5}" destId="{D0582E2F-5B70-4A71-8B3C-48A8223A6437}" srcOrd="1" destOrd="0" presId="urn:microsoft.com/office/officeart/2018/2/layout/IconVerticalSolidList#1"/>
    <dgm:cxn modelId="{EA92842B-397B-433A-B99A-596C68FC7FD0}" type="presParOf" srcId="{84472084-CA15-4172-A70F-99701609B0A5}" destId="{94B9294E-C003-4ED3-888F-A4A52B679B78}" srcOrd="2" destOrd="0" presId="urn:microsoft.com/office/officeart/2018/2/layout/IconVerticalSolidList#1"/>
    <dgm:cxn modelId="{6B63C76A-8BB5-45F1-9C7C-ABDE6A794A92}" type="presParOf" srcId="{94B9294E-C003-4ED3-888F-A4A52B679B78}" destId="{6DEECD5E-77A3-4FFA-A616-15743F59AB0C}" srcOrd="0" destOrd="0" presId="urn:microsoft.com/office/officeart/2018/2/layout/IconVerticalSolidList#1"/>
    <dgm:cxn modelId="{1B98FC1E-D108-461E-896B-9CEB19673521}" type="presParOf" srcId="{94B9294E-C003-4ED3-888F-A4A52B679B78}" destId="{1BBDF72D-D172-4D6C-861E-EE6F9AE8FA3C}" srcOrd="1" destOrd="0" presId="urn:microsoft.com/office/officeart/2018/2/layout/IconVerticalSolidList#1"/>
    <dgm:cxn modelId="{99A822E0-4864-4136-BB93-2552C7C0756D}" type="presParOf" srcId="{94B9294E-C003-4ED3-888F-A4A52B679B78}" destId="{9944B0DF-AE18-46E2-82C4-D1BF4944DB5B}" srcOrd="2" destOrd="0" presId="urn:microsoft.com/office/officeart/2018/2/layout/IconVerticalSolidList#1"/>
    <dgm:cxn modelId="{A43F7BE9-2E32-4D81-9BDA-D92B88997FA8}" type="presParOf" srcId="{94B9294E-C003-4ED3-888F-A4A52B679B78}" destId="{6F83CA1E-4961-4D69-9BD9-36B98C7E130D}" srcOrd="3" destOrd="0" presId="urn:microsoft.com/office/officeart/2018/2/layout/IconVerticalSolidList#1"/>
    <dgm:cxn modelId="{3E0E8D70-4F14-43D3-8203-5A71BBAAA84D}" type="presParOf" srcId="{84472084-CA15-4172-A70F-99701609B0A5}" destId="{0FFBC636-5F97-481E-9F9D-8A0682332559}" srcOrd="3" destOrd="0" presId="urn:microsoft.com/office/officeart/2018/2/layout/IconVerticalSolidList#1"/>
    <dgm:cxn modelId="{C7407008-F3D2-4C48-AFB5-C1F68B499CAB}" type="presParOf" srcId="{84472084-CA15-4172-A70F-99701609B0A5}" destId="{F99C1A1A-F16D-4B5D-A054-E0DAC8E34EE4}" srcOrd="4" destOrd="0" presId="urn:microsoft.com/office/officeart/2018/2/layout/IconVerticalSolidList#1"/>
    <dgm:cxn modelId="{FB1F75FD-444B-4A9A-955C-3755CBF543F7}" type="presParOf" srcId="{F99C1A1A-F16D-4B5D-A054-E0DAC8E34EE4}" destId="{7353EB87-383F-44B2-829E-36E937229C44}" srcOrd="0" destOrd="0" presId="urn:microsoft.com/office/officeart/2018/2/layout/IconVerticalSolidList#1"/>
    <dgm:cxn modelId="{46A05AED-B670-4990-BD5B-E030744844A1}" type="presParOf" srcId="{F99C1A1A-F16D-4B5D-A054-E0DAC8E34EE4}" destId="{D4384C0A-B71B-45D0-A281-8821CCC0E818}" srcOrd="1" destOrd="0" presId="urn:microsoft.com/office/officeart/2018/2/layout/IconVerticalSolidList#1"/>
    <dgm:cxn modelId="{1BBB5BCC-B545-4A44-9374-DA9910E41DC6}" type="presParOf" srcId="{F99C1A1A-F16D-4B5D-A054-E0DAC8E34EE4}" destId="{72E9F58D-DF7B-41EB-BEA2-38F94566C6D0}" srcOrd="2" destOrd="0" presId="urn:microsoft.com/office/officeart/2018/2/layout/IconVerticalSolidList#1"/>
    <dgm:cxn modelId="{9AD03066-6374-417C-A1A1-5DEC6B40FA81}" type="presParOf" srcId="{F99C1A1A-F16D-4B5D-A054-E0DAC8E34EE4}" destId="{98AC2884-62E5-4883-A7C8-D16312E564A6}" srcOrd="3" destOrd="0" presId="urn:microsoft.com/office/officeart/2018/2/layout/IconVerticalSolidList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978E305-16C8-4921-BA51-06AF815B4DD2}" type="doc">
      <dgm:prSet loTypeId="urn:microsoft.com/office/officeart/2005/8/layout/hierarchy1" loCatId="hierarchy" qsTypeId="urn:microsoft.com/office/officeart/2005/8/quickstyle/simple5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CE1D514-D0A2-4B87-B271-862BAEF56088}">
      <dgm:prSet/>
      <dgm:spPr/>
      <dgm:t>
        <a:bodyPr/>
        <a:lstStyle/>
        <a:p>
          <a:r>
            <a:rPr lang="fr-FR" noProof="0" dirty="0"/>
            <a:t>Administrateur</a:t>
          </a:r>
        </a:p>
      </dgm:t>
    </dgm:pt>
    <dgm:pt modelId="{A0317DEE-5B95-4173-8A7E-A64C6053B61A}" type="parTrans" cxnId="{8BDC9DF4-C6B1-4FF3-B632-F88DCFC338D3}">
      <dgm:prSet/>
      <dgm:spPr/>
      <dgm:t>
        <a:bodyPr/>
        <a:lstStyle/>
        <a:p>
          <a:endParaRPr lang="en-US"/>
        </a:p>
      </dgm:t>
    </dgm:pt>
    <dgm:pt modelId="{2CACFE06-0C73-474B-B832-BD7894F31356}" type="sibTrans" cxnId="{8BDC9DF4-C6B1-4FF3-B632-F88DCFC338D3}">
      <dgm:prSet/>
      <dgm:spPr/>
      <dgm:t>
        <a:bodyPr/>
        <a:lstStyle/>
        <a:p>
          <a:endParaRPr lang="en-US"/>
        </a:p>
      </dgm:t>
    </dgm:pt>
    <dgm:pt modelId="{6410C79C-043E-4DC8-B42F-2FD302587935}">
      <dgm:prSet/>
      <dgm:spPr/>
      <dgm:t>
        <a:bodyPr/>
        <a:lstStyle/>
        <a:p>
          <a:r>
            <a:rPr lang="fr-FR" noProof="0" dirty="0"/>
            <a:t>Utilisateur</a:t>
          </a:r>
        </a:p>
      </dgm:t>
    </dgm:pt>
    <dgm:pt modelId="{17B6B9F9-1CF6-444A-BA1F-D1A1CE7BA709}" type="parTrans" cxnId="{D86E4D28-A68B-48D2-8918-10C9EF960108}">
      <dgm:prSet/>
      <dgm:spPr/>
      <dgm:t>
        <a:bodyPr/>
        <a:lstStyle/>
        <a:p>
          <a:endParaRPr lang="en-US"/>
        </a:p>
      </dgm:t>
    </dgm:pt>
    <dgm:pt modelId="{3DEC874A-5A8A-4C65-8696-06EB24346598}" type="sibTrans" cxnId="{D86E4D28-A68B-48D2-8918-10C9EF960108}">
      <dgm:prSet/>
      <dgm:spPr/>
      <dgm:t>
        <a:bodyPr/>
        <a:lstStyle/>
        <a:p>
          <a:endParaRPr lang="en-US"/>
        </a:p>
      </dgm:t>
    </dgm:pt>
    <dgm:pt modelId="{AEC71181-44DD-477A-ABAF-BD4A8834B526}">
      <dgm:prSet/>
      <dgm:spPr/>
      <dgm:t>
        <a:bodyPr/>
        <a:lstStyle/>
        <a:p>
          <a:r>
            <a:rPr lang="fr-FR" noProof="0" dirty="0"/>
            <a:t>Visiteur</a:t>
          </a:r>
        </a:p>
      </dgm:t>
    </dgm:pt>
    <dgm:pt modelId="{2A3727C5-F90D-41DC-BB79-778AE2B66910}" type="parTrans" cxnId="{6C3914D8-FAD0-44FA-937F-25F6C4D0FCEE}">
      <dgm:prSet/>
      <dgm:spPr/>
      <dgm:t>
        <a:bodyPr/>
        <a:lstStyle/>
        <a:p>
          <a:endParaRPr lang="en-US"/>
        </a:p>
      </dgm:t>
    </dgm:pt>
    <dgm:pt modelId="{459CC871-3A0B-456B-89D8-9672230E74FE}" type="sibTrans" cxnId="{6C3914D8-FAD0-44FA-937F-25F6C4D0FCEE}">
      <dgm:prSet/>
      <dgm:spPr/>
      <dgm:t>
        <a:bodyPr/>
        <a:lstStyle/>
        <a:p>
          <a:endParaRPr lang="en-US"/>
        </a:p>
      </dgm:t>
    </dgm:pt>
    <dgm:pt modelId="{471B58B4-B82D-4FB2-9294-9B516CFD16DC}" type="pres">
      <dgm:prSet presAssocID="{9978E305-16C8-4921-BA51-06AF815B4DD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DF56063-7F39-44F1-94CE-A226A767FA9B}" type="pres">
      <dgm:prSet presAssocID="{BCE1D514-D0A2-4B87-B271-862BAEF56088}" presName="hierRoot1" presStyleCnt="0"/>
      <dgm:spPr/>
    </dgm:pt>
    <dgm:pt modelId="{1D69414A-9EDA-4AC3-AE1A-890896F3D026}" type="pres">
      <dgm:prSet presAssocID="{BCE1D514-D0A2-4B87-B271-862BAEF56088}" presName="composite" presStyleCnt="0"/>
      <dgm:spPr/>
    </dgm:pt>
    <dgm:pt modelId="{0981923C-F36A-4FB3-AC00-B583FF6114B2}" type="pres">
      <dgm:prSet presAssocID="{BCE1D514-D0A2-4B87-B271-862BAEF56088}" presName="background" presStyleLbl="node0" presStyleIdx="0" presStyleCnt="3"/>
      <dgm:spPr/>
    </dgm:pt>
    <dgm:pt modelId="{0065AE39-9167-434A-8DF1-CBC15FF861C4}" type="pres">
      <dgm:prSet presAssocID="{BCE1D514-D0A2-4B87-B271-862BAEF56088}" presName="text" presStyleLbl="fgAcc0" presStyleIdx="0" presStyleCnt="3">
        <dgm:presLayoutVars>
          <dgm:chPref val="3"/>
        </dgm:presLayoutVars>
      </dgm:prSet>
      <dgm:spPr/>
    </dgm:pt>
    <dgm:pt modelId="{CAB39847-80E2-4A4C-8612-609ABFC43355}" type="pres">
      <dgm:prSet presAssocID="{BCE1D514-D0A2-4B87-B271-862BAEF56088}" presName="hierChild2" presStyleCnt="0"/>
      <dgm:spPr/>
    </dgm:pt>
    <dgm:pt modelId="{6AC1A750-31B8-4B23-8AFE-DCA31C7D273C}" type="pres">
      <dgm:prSet presAssocID="{6410C79C-043E-4DC8-B42F-2FD302587935}" presName="hierRoot1" presStyleCnt="0"/>
      <dgm:spPr/>
    </dgm:pt>
    <dgm:pt modelId="{44833D3E-C59F-4FDD-892E-FF5CC791D2B0}" type="pres">
      <dgm:prSet presAssocID="{6410C79C-043E-4DC8-B42F-2FD302587935}" presName="composite" presStyleCnt="0"/>
      <dgm:spPr/>
    </dgm:pt>
    <dgm:pt modelId="{A0F292C7-5D19-435A-9F5F-F26D612ABAF6}" type="pres">
      <dgm:prSet presAssocID="{6410C79C-043E-4DC8-B42F-2FD302587935}" presName="background" presStyleLbl="node0" presStyleIdx="1" presStyleCnt="3"/>
      <dgm:spPr/>
    </dgm:pt>
    <dgm:pt modelId="{BC353AEC-F33C-46FF-8C88-E33B7C65D135}" type="pres">
      <dgm:prSet presAssocID="{6410C79C-043E-4DC8-B42F-2FD302587935}" presName="text" presStyleLbl="fgAcc0" presStyleIdx="1" presStyleCnt="3">
        <dgm:presLayoutVars>
          <dgm:chPref val="3"/>
        </dgm:presLayoutVars>
      </dgm:prSet>
      <dgm:spPr/>
    </dgm:pt>
    <dgm:pt modelId="{A9C531C5-F5D1-4894-B6FB-1A9C63BEF5D4}" type="pres">
      <dgm:prSet presAssocID="{6410C79C-043E-4DC8-B42F-2FD302587935}" presName="hierChild2" presStyleCnt="0"/>
      <dgm:spPr/>
    </dgm:pt>
    <dgm:pt modelId="{649936AC-E936-4FDB-AAD1-BD649E8E989B}" type="pres">
      <dgm:prSet presAssocID="{AEC71181-44DD-477A-ABAF-BD4A8834B526}" presName="hierRoot1" presStyleCnt="0"/>
      <dgm:spPr/>
    </dgm:pt>
    <dgm:pt modelId="{CE0D827E-BE66-41C4-B569-A573B04F64E1}" type="pres">
      <dgm:prSet presAssocID="{AEC71181-44DD-477A-ABAF-BD4A8834B526}" presName="composite" presStyleCnt="0"/>
      <dgm:spPr/>
    </dgm:pt>
    <dgm:pt modelId="{67D4253F-3F9E-48A0-B15B-BD7DE296D533}" type="pres">
      <dgm:prSet presAssocID="{AEC71181-44DD-477A-ABAF-BD4A8834B526}" presName="background" presStyleLbl="node0" presStyleIdx="2" presStyleCnt="3"/>
      <dgm:spPr/>
    </dgm:pt>
    <dgm:pt modelId="{8215596A-FCC4-403F-AE77-68C5A03188C6}" type="pres">
      <dgm:prSet presAssocID="{AEC71181-44DD-477A-ABAF-BD4A8834B526}" presName="text" presStyleLbl="fgAcc0" presStyleIdx="2" presStyleCnt="3">
        <dgm:presLayoutVars>
          <dgm:chPref val="3"/>
        </dgm:presLayoutVars>
      </dgm:prSet>
      <dgm:spPr/>
    </dgm:pt>
    <dgm:pt modelId="{3A61AD2B-F9F5-4551-BA8C-E93CAF7F4A66}" type="pres">
      <dgm:prSet presAssocID="{AEC71181-44DD-477A-ABAF-BD4A8834B526}" presName="hierChild2" presStyleCnt="0"/>
      <dgm:spPr/>
    </dgm:pt>
  </dgm:ptLst>
  <dgm:cxnLst>
    <dgm:cxn modelId="{4A8C7922-4B6F-42DE-AE4D-CF9563919466}" type="presOf" srcId="{9978E305-16C8-4921-BA51-06AF815B4DD2}" destId="{471B58B4-B82D-4FB2-9294-9B516CFD16DC}" srcOrd="0" destOrd="0" presId="urn:microsoft.com/office/officeart/2005/8/layout/hierarchy1"/>
    <dgm:cxn modelId="{67201023-3DF4-4A40-8DD6-580D529738AA}" type="presOf" srcId="{BCE1D514-D0A2-4B87-B271-862BAEF56088}" destId="{0065AE39-9167-434A-8DF1-CBC15FF861C4}" srcOrd="0" destOrd="0" presId="urn:microsoft.com/office/officeart/2005/8/layout/hierarchy1"/>
    <dgm:cxn modelId="{D86E4D28-A68B-48D2-8918-10C9EF960108}" srcId="{9978E305-16C8-4921-BA51-06AF815B4DD2}" destId="{6410C79C-043E-4DC8-B42F-2FD302587935}" srcOrd="1" destOrd="0" parTransId="{17B6B9F9-1CF6-444A-BA1F-D1A1CE7BA709}" sibTransId="{3DEC874A-5A8A-4C65-8696-06EB24346598}"/>
    <dgm:cxn modelId="{6A8A22A4-0C74-4214-91A9-40BB9A2CEAAA}" type="presOf" srcId="{6410C79C-043E-4DC8-B42F-2FD302587935}" destId="{BC353AEC-F33C-46FF-8C88-E33B7C65D135}" srcOrd="0" destOrd="0" presId="urn:microsoft.com/office/officeart/2005/8/layout/hierarchy1"/>
    <dgm:cxn modelId="{6C3914D8-FAD0-44FA-937F-25F6C4D0FCEE}" srcId="{9978E305-16C8-4921-BA51-06AF815B4DD2}" destId="{AEC71181-44DD-477A-ABAF-BD4A8834B526}" srcOrd="2" destOrd="0" parTransId="{2A3727C5-F90D-41DC-BB79-778AE2B66910}" sibTransId="{459CC871-3A0B-456B-89D8-9672230E74FE}"/>
    <dgm:cxn modelId="{F9849FEE-FB8B-4A86-B94E-50283C2CA81B}" type="presOf" srcId="{AEC71181-44DD-477A-ABAF-BD4A8834B526}" destId="{8215596A-FCC4-403F-AE77-68C5A03188C6}" srcOrd="0" destOrd="0" presId="urn:microsoft.com/office/officeart/2005/8/layout/hierarchy1"/>
    <dgm:cxn modelId="{8BDC9DF4-C6B1-4FF3-B632-F88DCFC338D3}" srcId="{9978E305-16C8-4921-BA51-06AF815B4DD2}" destId="{BCE1D514-D0A2-4B87-B271-862BAEF56088}" srcOrd="0" destOrd="0" parTransId="{A0317DEE-5B95-4173-8A7E-A64C6053B61A}" sibTransId="{2CACFE06-0C73-474B-B832-BD7894F31356}"/>
    <dgm:cxn modelId="{180456C2-6F17-4A5C-B8AF-FA8396B9A6E2}" type="presParOf" srcId="{471B58B4-B82D-4FB2-9294-9B516CFD16DC}" destId="{1DF56063-7F39-44F1-94CE-A226A767FA9B}" srcOrd="0" destOrd="0" presId="urn:microsoft.com/office/officeart/2005/8/layout/hierarchy1"/>
    <dgm:cxn modelId="{5649A372-A13C-4E83-8D80-5FC6FE707C3A}" type="presParOf" srcId="{1DF56063-7F39-44F1-94CE-A226A767FA9B}" destId="{1D69414A-9EDA-4AC3-AE1A-890896F3D026}" srcOrd="0" destOrd="0" presId="urn:microsoft.com/office/officeart/2005/8/layout/hierarchy1"/>
    <dgm:cxn modelId="{3490227E-CC46-4D4D-9DAB-64BEBDE837CA}" type="presParOf" srcId="{1D69414A-9EDA-4AC3-AE1A-890896F3D026}" destId="{0981923C-F36A-4FB3-AC00-B583FF6114B2}" srcOrd="0" destOrd="0" presId="urn:microsoft.com/office/officeart/2005/8/layout/hierarchy1"/>
    <dgm:cxn modelId="{64D30EDA-985D-40CF-8125-E6BBAFDC7255}" type="presParOf" srcId="{1D69414A-9EDA-4AC3-AE1A-890896F3D026}" destId="{0065AE39-9167-434A-8DF1-CBC15FF861C4}" srcOrd="1" destOrd="0" presId="urn:microsoft.com/office/officeart/2005/8/layout/hierarchy1"/>
    <dgm:cxn modelId="{63DB4040-5D1F-4054-8D02-2CEB1ADBBC71}" type="presParOf" srcId="{1DF56063-7F39-44F1-94CE-A226A767FA9B}" destId="{CAB39847-80E2-4A4C-8612-609ABFC43355}" srcOrd="1" destOrd="0" presId="urn:microsoft.com/office/officeart/2005/8/layout/hierarchy1"/>
    <dgm:cxn modelId="{E538AE9F-6EFB-412B-BD56-FE0C7D5F1430}" type="presParOf" srcId="{471B58B4-B82D-4FB2-9294-9B516CFD16DC}" destId="{6AC1A750-31B8-4B23-8AFE-DCA31C7D273C}" srcOrd="1" destOrd="0" presId="urn:microsoft.com/office/officeart/2005/8/layout/hierarchy1"/>
    <dgm:cxn modelId="{A16F9B32-D911-4897-8CA2-53723172F3CC}" type="presParOf" srcId="{6AC1A750-31B8-4B23-8AFE-DCA31C7D273C}" destId="{44833D3E-C59F-4FDD-892E-FF5CC791D2B0}" srcOrd="0" destOrd="0" presId="urn:microsoft.com/office/officeart/2005/8/layout/hierarchy1"/>
    <dgm:cxn modelId="{B51171D5-9891-4A4E-85C9-B31A53B9D9AF}" type="presParOf" srcId="{44833D3E-C59F-4FDD-892E-FF5CC791D2B0}" destId="{A0F292C7-5D19-435A-9F5F-F26D612ABAF6}" srcOrd="0" destOrd="0" presId="urn:microsoft.com/office/officeart/2005/8/layout/hierarchy1"/>
    <dgm:cxn modelId="{D1F2128B-835D-4D3C-B1B1-3A46D19B14F9}" type="presParOf" srcId="{44833D3E-C59F-4FDD-892E-FF5CC791D2B0}" destId="{BC353AEC-F33C-46FF-8C88-E33B7C65D135}" srcOrd="1" destOrd="0" presId="urn:microsoft.com/office/officeart/2005/8/layout/hierarchy1"/>
    <dgm:cxn modelId="{EC481BED-8B94-47A6-AF17-3C94A2FB7715}" type="presParOf" srcId="{6AC1A750-31B8-4B23-8AFE-DCA31C7D273C}" destId="{A9C531C5-F5D1-4894-B6FB-1A9C63BEF5D4}" srcOrd="1" destOrd="0" presId="urn:microsoft.com/office/officeart/2005/8/layout/hierarchy1"/>
    <dgm:cxn modelId="{625F53C1-A992-4759-8ECE-EA888A97C27B}" type="presParOf" srcId="{471B58B4-B82D-4FB2-9294-9B516CFD16DC}" destId="{649936AC-E936-4FDB-AAD1-BD649E8E989B}" srcOrd="2" destOrd="0" presId="urn:microsoft.com/office/officeart/2005/8/layout/hierarchy1"/>
    <dgm:cxn modelId="{C7984A08-5EC9-4B04-AAEB-3900C4940DD6}" type="presParOf" srcId="{649936AC-E936-4FDB-AAD1-BD649E8E989B}" destId="{CE0D827E-BE66-41C4-B569-A573B04F64E1}" srcOrd="0" destOrd="0" presId="urn:microsoft.com/office/officeart/2005/8/layout/hierarchy1"/>
    <dgm:cxn modelId="{693AACDF-E9FE-47D5-8E2A-C4310D6D6640}" type="presParOf" srcId="{CE0D827E-BE66-41C4-B569-A573B04F64E1}" destId="{67D4253F-3F9E-48A0-B15B-BD7DE296D533}" srcOrd="0" destOrd="0" presId="urn:microsoft.com/office/officeart/2005/8/layout/hierarchy1"/>
    <dgm:cxn modelId="{62AC797D-E1F9-4AE7-A170-F8AEC343A935}" type="presParOf" srcId="{CE0D827E-BE66-41C4-B569-A573B04F64E1}" destId="{8215596A-FCC4-403F-AE77-68C5A03188C6}" srcOrd="1" destOrd="0" presId="urn:microsoft.com/office/officeart/2005/8/layout/hierarchy1"/>
    <dgm:cxn modelId="{F3146061-40F1-4187-AC0A-AC8261B1FCDD}" type="presParOf" srcId="{649936AC-E936-4FDB-AAD1-BD649E8E989B}" destId="{3A61AD2B-F9F5-4551-BA8C-E93CAF7F4A6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FB5D986-1A20-4E31-8D01-F5B71307F573}" type="doc">
      <dgm:prSet loTypeId="urn:microsoft.com/office/officeart/2005/8/layout/default" loCatId="list" qsTypeId="urn:microsoft.com/office/officeart/2005/8/quickstyle/simple5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6A83ABB-EE57-47A9-A55C-F6905E88C100}">
      <dgm:prSet/>
      <dgm:spPr/>
      <dgm:t>
        <a:bodyPr/>
        <a:lstStyle/>
        <a:p>
          <a:r>
            <a:rPr lang="fr-FR" noProof="0" dirty="0"/>
            <a:t>Sécurité</a:t>
          </a:r>
        </a:p>
      </dgm:t>
    </dgm:pt>
    <dgm:pt modelId="{14F97733-1169-4085-873E-E2050D744AAF}" type="parTrans" cxnId="{490FC92D-0085-4493-9582-F5B5CD7D9A22}">
      <dgm:prSet/>
      <dgm:spPr/>
      <dgm:t>
        <a:bodyPr/>
        <a:lstStyle/>
        <a:p>
          <a:endParaRPr lang="en-US"/>
        </a:p>
      </dgm:t>
    </dgm:pt>
    <dgm:pt modelId="{6B625CD8-BD39-4FAF-89FD-C8CD5A3FBA49}" type="sibTrans" cxnId="{490FC92D-0085-4493-9582-F5B5CD7D9A22}">
      <dgm:prSet/>
      <dgm:spPr/>
      <dgm:t>
        <a:bodyPr/>
        <a:lstStyle/>
        <a:p>
          <a:endParaRPr lang="en-US"/>
        </a:p>
      </dgm:t>
    </dgm:pt>
    <dgm:pt modelId="{FC3CBC7E-B987-435F-9A15-D7C133C329E6}">
      <dgm:prSet/>
      <dgm:spPr/>
      <dgm:t>
        <a:bodyPr/>
        <a:lstStyle/>
        <a:p>
          <a:r>
            <a:rPr lang="fr-FR" noProof="0" dirty="0"/>
            <a:t>Performance</a:t>
          </a:r>
        </a:p>
      </dgm:t>
    </dgm:pt>
    <dgm:pt modelId="{7600EA2F-DE50-4C31-BD32-628C503F368F}" type="parTrans" cxnId="{685022B8-D17A-4172-8E67-380377693804}">
      <dgm:prSet/>
      <dgm:spPr/>
      <dgm:t>
        <a:bodyPr/>
        <a:lstStyle/>
        <a:p>
          <a:endParaRPr lang="en-US"/>
        </a:p>
      </dgm:t>
    </dgm:pt>
    <dgm:pt modelId="{71AB7130-B54B-428C-82E0-310F604B5DF4}" type="sibTrans" cxnId="{685022B8-D17A-4172-8E67-380377693804}">
      <dgm:prSet/>
      <dgm:spPr/>
      <dgm:t>
        <a:bodyPr/>
        <a:lstStyle/>
        <a:p>
          <a:endParaRPr lang="en-US"/>
        </a:p>
      </dgm:t>
    </dgm:pt>
    <dgm:pt modelId="{FE4CF726-9BA5-48F3-B4E3-89560BA8FA32}">
      <dgm:prSet/>
      <dgm:spPr/>
      <dgm:t>
        <a:bodyPr/>
        <a:lstStyle/>
        <a:p>
          <a:r>
            <a:rPr lang="fr-FR" noProof="0" dirty="0"/>
            <a:t>Accessibilité</a:t>
          </a:r>
        </a:p>
      </dgm:t>
    </dgm:pt>
    <dgm:pt modelId="{6871F0DB-6AC9-4E79-B509-95EE4480C95D}" type="parTrans" cxnId="{076FCDFB-C192-4B01-94B0-B87A2C41C90F}">
      <dgm:prSet/>
      <dgm:spPr/>
      <dgm:t>
        <a:bodyPr/>
        <a:lstStyle/>
        <a:p>
          <a:endParaRPr lang="en-US"/>
        </a:p>
      </dgm:t>
    </dgm:pt>
    <dgm:pt modelId="{2610ED8D-00BB-4260-A5E5-35051A44C679}" type="sibTrans" cxnId="{076FCDFB-C192-4B01-94B0-B87A2C41C90F}">
      <dgm:prSet/>
      <dgm:spPr/>
      <dgm:t>
        <a:bodyPr/>
        <a:lstStyle/>
        <a:p>
          <a:endParaRPr lang="en-US"/>
        </a:p>
      </dgm:t>
    </dgm:pt>
    <dgm:pt modelId="{F262279A-63DD-42DC-84E0-1DEE48BE72A8}">
      <dgm:prSet/>
      <dgm:spPr/>
      <dgm:t>
        <a:bodyPr/>
        <a:lstStyle/>
        <a:p>
          <a:r>
            <a:rPr lang="fr-FR" noProof="0" dirty="0"/>
            <a:t>Fiabilité</a:t>
          </a:r>
        </a:p>
      </dgm:t>
    </dgm:pt>
    <dgm:pt modelId="{CF384AD4-561F-4FEF-A355-F7A6A60EA063}" type="parTrans" cxnId="{8BED9B32-9A03-4CEB-967A-585C88FA4A54}">
      <dgm:prSet/>
      <dgm:spPr/>
      <dgm:t>
        <a:bodyPr/>
        <a:lstStyle/>
        <a:p>
          <a:endParaRPr lang="en-US"/>
        </a:p>
      </dgm:t>
    </dgm:pt>
    <dgm:pt modelId="{680E9CB0-67EC-4BE8-8763-8961E6EA478F}" type="sibTrans" cxnId="{8BED9B32-9A03-4CEB-967A-585C88FA4A54}">
      <dgm:prSet/>
      <dgm:spPr/>
      <dgm:t>
        <a:bodyPr/>
        <a:lstStyle/>
        <a:p>
          <a:endParaRPr lang="en-US"/>
        </a:p>
      </dgm:t>
    </dgm:pt>
    <dgm:pt modelId="{239BA5F1-CFED-436E-B9E0-5A5B622A9940}">
      <dgm:prSet/>
      <dgm:spPr/>
      <dgm:t>
        <a:bodyPr/>
        <a:lstStyle/>
        <a:p>
          <a:r>
            <a:rPr lang="fr-FR" noProof="0" dirty="0"/>
            <a:t>Maintenabilité</a:t>
          </a:r>
        </a:p>
      </dgm:t>
    </dgm:pt>
    <dgm:pt modelId="{F56DEBF5-9516-4FFF-AACE-5CAB4D434786}" type="parTrans" cxnId="{19E82AF3-60EF-412E-AA9E-69845447500D}">
      <dgm:prSet/>
      <dgm:spPr/>
      <dgm:t>
        <a:bodyPr/>
        <a:lstStyle/>
        <a:p>
          <a:endParaRPr lang="en-US"/>
        </a:p>
      </dgm:t>
    </dgm:pt>
    <dgm:pt modelId="{59F64C63-22F8-4C11-BE5A-7E6B8A9BD938}" type="sibTrans" cxnId="{19E82AF3-60EF-412E-AA9E-69845447500D}">
      <dgm:prSet/>
      <dgm:spPr/>
      <dgm:t>
        <a:bodyPr/>
        <a:lstStyle/>
        <a:p>
          <a:endParaRPr lang="en-US"/>
        </a:p>
      </dgm:t>
    </dgm:pt>
    <dgm:pt modelId="{EF7153FF-5466-416F-B8CE-5C9FD52FE081}" type="pres">
      <dgm:prSet presAssocID="{3FB5D986-1A20-4E31-8D01-F5B71307F573}" presName="diagram" presStyleCnt="0">
        <dgm:presLayoutVars>
          <dgm:dir/>
          <dgm:resizeHandles val="exact"/>
        </dgm:presLayoutVars>
      </dgm:prSet>
      <dgm:spPr/>
    </dgm:pt>
    <dgm:pt modelId="{570AC29B-F324-4A7C-8CF2-0EE9239E22A2}" type="pres">
      <dgm:prSet presAssocID="{C6A83ABB-EE57-47A9-A55C-F6905E88C100}" presName="node" presStyleLbl="node1" presStyleIdx="0" presStyleCnt="5">
        <dgm:presLayoutVars>
          <dgm:bulletEnabled val="1"/>
        </dgm:presLayoutVars>
      </dgm:prSet>
      <dgm:spPr/>
    </dgm:pt>
    <dgm:pt modelId="{AE1C26AA-956D-421C-8212-92E128C077E1}" type="pres">
      <dgm:prSet presAssocID="{6B625CD8-BD39-4FAF-89FD-C8CD5A3FBA49}" presName="sibTrans" presStyleCnt="0"/>
      <dgm:spPr/>
    </dgm:pt>
    <dgm:pt modelId="{EE538CF8-6033-41C1-84D7-7CA6C02B2D0A}" type="pres">
      <dgm:prSet presAssocID="{FC3CBC7E-B987-435F-9A15-D7C133C329E6}" presName="node" presStyleLbl="node1" presStyleIdx="1" presStyleCnt="5">
        <dgm:presLayoutVars>
          <dgm:bulletEnabled val="1"/>
        </dgm:presLayoutVars>
      </dgm:prSet>
      <dgm:spPr/>
    </dgm:pt>
    <dgm:pt modelId="{FC5C4B5E-00B9-46C7-AA74-262D0CB487D2}" type="pres">
      <dgm:prSet presAssocID="{71AB7130-B54B-428C-82E0-310F604B5DF4}" presName="sibTrans" presStyleCnt="0"/>
      <dgm:spPr/>
    </dgm:pt>
    <dgm:pt modelId="{922FFE34-01E4-4EAC-BCA5-80673DB2FC6E}" type="pres">
      <dgm:prSet presAssocID="{FE4CF726-9BA5-48F3-B4E3-89560BA8FA32}" presName="node" presStyleLbl="node1" presStyleIdx="2" presStyleCnt="5">
        <dgm:presLayoutVars>
          <dgm:bulletEnabled val="1"/>
        </dgm:presLayoutVars>
      </dgm:prSet>
      <dgm:spPr/>
    </dgm:pt>
    <dgm:pt modelId="{B87C6578-7DB1-4E21-A5CF-AA840E11DE7D}" type="pres">
      <dgm:prSet presAssocID="{2610ED8D-00BB-4260-A5E5-35051A44C679}" presName="sibTrans" presStyleCnt="0"/>
      <dgm:spPr/>
    </dgm:pt>
    <dgm:pt modelId="{49A3FED2-70CB-46F7-BEDD-F6121E9BCC39}" type="pres">
      <dgm:prSet presAssocID="{F262279A-63DD-42DC-84E0-1DEE48BE72A8}" presName="node" presStyleLbl="node1" presStyleIdx="3" presStyleCnt="5">
        <dgm:presLayoutVars>
          <dgm:bulletEnabled val="1"/>
        </dgm:presLayoutVars>
      </dgm:prSet>
      <dgm:spPr/>
    </dgm:pt>
    <dgm:pt modelId="{ABCF2CF5-F9DF-45F9-99E3-4B977D5103E3}" type="pres">
      <dgm:prSet presAssocID="{680E9CB0-67EC-4BE8-8763-8961E6EA478F}" presName="sibTrans" presStyleCnt="0"/>
      <dgm:spPr/>
    </dgm:pt>
    <dgm:pt modelId="{021C01FF-6DD6-476C-A610-4F4327DB1D75}" type="pres">
      <dgm:prSet presAssocID="{239BA5F1-CFED-436E-B9E0-5A5B622A9940}" presName="node" presStyleLbl="node1" presStyleIdx="4" presStyleCnt="5">
        <dgm:presLayoutVars>
          <dgm:bulletEnabled val="1"/>
        </dgm:presLayoutVars>
      </dgm:prSet>
      <dgm:spPr/>
    </dgm:pt>
  </dgm:ptLst>
  <dgm:cxnLst>
    <dgm:cxn modelId="{DA7DE200-CCF7-4317-95BD-74E6619E401D}" type="presOf" srcId="{239BA5F1-CFED-436E-B9E0-5A5B622A9940}" destId="{021C01FF-6DD6-476C-A610-4F4327DB1D75}" srcOrd="0" destOrd="0" presId="urn:microsoft.com/office/officeart/2005/8/layout/default"/>
    <dgm:cxn modelId="{1FF5B907-35B2-438A-82CA-B816AEE05D87}" type="presOf" srcId="{F262279A-63DD-42DC-84E0-1DEE48BE72A8}" destId="{49A3FED2-70CB-46F7-BEDD-F6121E9BCC39}" srcOrd="0" destOrd="0" presId="urn:microsoft.com/office/officeart/2005/8/layout/default"/>
    <dgm:cxn modelId="{AC319409-206D-4B8A-8239-84563C042C81}" type="presOf" srcId="{C6A83ABB-EE57-47A9-A55C-F6905E88C100}" destId="{570AC29B-F324-4A7C-8CF2-0EE9239E22A2}" srcOrd="0" destOrd="0" presId="urn:microsoft.com/office/officeart/2005/8/layout/default"/>
    <dgm:cxn modelId="{7CBFE81B-57B5-4F8B-978F-ABAD8D9FCB71}" type="presOf" srcId="{FC3CBC7E-B987-435F-9A15-D7C133C329E6}" destId="{EE538CF8-6033-41C1-84D7-7CA6C02B2D0A}" srcOrd="0" destOrd="0" presId="urn:microsoft.com/office/officeart/2005/8/layout/default"/>
    <dgm:cxn modelId="{490FC92D-0085-4493-9582-F5B5CD7D9A22}" srcId="{3FB5D986-1A20-4E31-8D01-F5B71307F573}" destId="{C6A83ABB-EE57-47A9-A55C-F6905E88C100}" srcOrd="0" destOrd="0" parTransId="{14F97733-1169-4085-873E-E2050D744AAF}" sibTransId="{6B625CD8-BD39-4FAF-89FD-C8CD5A3FBA49}"/>
    <dgm:cxn modelId="{8BED9B32-9A03-4CEB-967A-585C88FA4A54}" srcId="{3FB5D986-1A20-4E31-8D01-F5B71307F573}" destId="{F262279A-63DD-42DC-84E0-1DEE48BE72A8}" srcOrd="3" destOrd="0" parTransId="{CF384AD4-561F-4FEF-A355-F7A6A60EA063}" sibTransId="{680E9CB0-67EC-4BE8-8763-8961E6EA478F}"/>
    <dgm:cxn modelId="{DD3A4DB4-6B2E-4203-8EDF-B877353B7A5D}" type="presOf" srcId="{3FB5D986-1A20-4E31-8D01-F5B71307F573}" destId="{EF7153FF-5466-416F-B8CE-5C9FD52FE081}" srcOrd="0" destOrd="0" presId="urn:microsoft.com/office/officeart/2005/8/layout/default"/>
    <dgm:cxn modelId="{685022B8-D17A-4172-8E67-380377693804}" srcId="{3FB5D986-1A20-4E31-8D01-F5B71307F573}" destId="{FC3CBC7E-B987-435F-9A15-D7C133C329E6}" srcOrd="1" destOrd="0" parTransId="{7600EA2F-DE50-4C31-BD32-628C503F368F}" sibTransId="{71AB7130-B54B-428C-82E0-310F604B5DF4}"/>
    <dgm:cxn modelId="{BCE84DCC-0E5B-479D-897E-2321E90C1D4A}" type="presOf" srcId="{FE4CF726-9BA5-48F3-B4E3-89560BA8FA32}" destId="{922FFE34-01E4-4EAC-BCA5-80673DB2FC6E}" srcOrd="0" destOrd="0" presId="urn:microsoft.com/office/officeart/2005/8/layout/default"/>
    <dgm:cxn modelId="{19E82AF3-60EF-412E-AA9E-69845447500D}" srcId="{3FB5D986-1A20-4E31-8D01-F5B71307F573}" destId="{239BA5F1-CFED-436E-B9E0-5A5B622A9940}" srcOrd="4" destOrd="0" parTransId="{F56DEBF5-9516-4FFF-AACE-5CAB4D434786}" sibTransId="{59F64C63-22F8-4C11-BE5A-7E6B8A9BD938}"/>
    <dgm:cxn modelId="{076FCDFB-C192-4B01-94B0-B87A2C41C90F}" srcId="{3FB5D986-1A20-4E31-8D01-F5B71307F573}" destId="{FE4CF726-9BA5-48F3-B4E3-89560BA8FA32}" srcOrd="2" destOrd="0" parTransId="{6871F0DB-6AC9-4E79-B509-95EE4480C95D}" sibTransId="{2610ED8D-00BB-4260-A5E5-35051A44C679}"/>
    <dgm:cxn modelId="{F23A07F0-F101-423E-BC64-569840110647}" type="presParOf" srcId="{EF7153FF-5466-416F-B8CE-5C9FD52FE081}" destId="{570AC29B-F324-4A7C-8CF2-0EE9239E22A2}" srcOrd="0" destOrd="0" presId="urn:microsoft.com/office/officeart/2005/8/layout/default"/>
    <dgm:cxn modelId="{5466F265-72E5-4485-9EB1-B5901654AEE1}" type="presParOf" srcId="{EF7153FF-5466-416F-B8CE-5C9FD52FE081}" destId="{AE1C26AA-956D-421C-8212-92E128C077E1}" srcOrd="1" destOrd="0" presId="urn:microsoft.com/office/officeart/2005/8/layout/default"/>
    <dgm:cxn modelId="{820D00BA-ABBB-49BA-BA9E-3FF90FB5EFD5}" type="presParOf" srcId="{EF7153FF-5466-416F-B8CE-5C9FD52FE081}" destId="{EE538CF8-6033-41C1-84D7-7CA6C02B2D0A}" srcOrd="2" destOrd="0" presId="urn:microsoft.com/office/officeart/2005/8/layout/default"/>
    <dgm:cxn modelId="{6B8B50F4-1494-4F03-8CB4-64E705385BB0}" type="presParOf" srcId="{EF7153FF-5466-416F-B8CE-5C9FD52FE081}" destId="{FC5C4B5E-00B9-46C7-AA74-262D0CB487D2}" srcOrd="3" destOrd="0" presId="urn:microsoft.com/office/officeart/2005/8/layout/default"/>
    <dgm:cxn modelId="{3AF71A34-E58A-4418-A265-FE88CF386BC7}" type="presParOf" srcId="{EF7153FF-5466-416F-B8CE-5C9FD52FE081}" destId="{922FFE34-01E4-4EAC-BCA5-80673DB2FC6E}" srcOrd="4" destOrd="0" presId="urn:microsoft.com/office/officeart/2005/8/layout/default"/>
    <dgm:cxn modelId="{4AAF54BD-4721-4EB4-8DF8-617D89CF7CE5}" type="presParOf" srcId="{EF7153FF-5466-416F-B8CE-5C9FD52FE081}" destId="{B87C6578-7DB1-4E21-A5CF-AA840E11DE7D}" srcOrd="5" destOrd="0" presId="urn:microsoft.com/office/officeart/2005/8/layout/default"/>
    <dgm:cxn modelId="{F8CE1FF4-A50A-4D5D-BDA2-0C6F15526D9C}" type="presParOf" srcId="{EF7153FF-5466-416F-B8CE-5C9FD52FE081}" destId="{49A3FED2-70CB-46F7-BEDD-F6121E9BCC39}" srcOrd="6" destOrd="0" presId="urn:microsoft.com/office/officeart/2005/8/layout/default"/>
    <dgm:cxn modelId="{A306456C-E663-4F58-A6DB-3A93C6BB8183}" type="presParOf" srcId="{EF7153FF-5466-416F-B8CE-5C9FD52FE081}" destId="{ABCF2CF5-F9DF-45F9-99E3-4B977D5103E3}" srcOrd="7" destOrd="0" presId="urn:microsoft.com/office/officeart/2005/8/layout/default"/>
    <dgm:cxn modelId="{7EFD69E9-7144-479E-9C51-D2BA98693BF3}" type="presParOf" srcId="{EF7153FF-5466-416F-B8CE-5C9FD52FE081}" destId="{021C01FF-6DD6-476C-A610-4F4327DB1D75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6F0C3A7-44FC-4283-B2D3-E11278D2314A}" type="doc">
      <dgm:prSet loTypeId="urn:microsoft.com/office/officeart/2008/layout/AlternatingPictureCircles" loCatId="pictur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fr-FR"/>
        </a:p>
      </dgm:t>
    </dgm:pt>
    <dgm:pt modelId="{71746474-1C2C-4E5E-9562-BF0AB75EE2FB}">
      <dgm:prSet phldrT="[Texte]" custT="1"/>
      <dgm:spPr/>
      <dgm:t>
        <a:bodyPr/>
        <a:lstStyle/>
        <a:p>
          <a:r>
            <a:rPr lang="fr-FR" sz="1600" noProof="0" dirty="0"/>
            <a:t>HTML5</a:t>
          </a:r>
        </a:p>
      </dgm:t>
    </dgm:pt>
    <dgm:pt modelId="{83AAE527-0B8B-48B1-B7F8-C439A0366EF5}" type="parTrans" cxnId="{CD4C4872-EF23-4177-8126-ED3A7C53F9EA}">
      <dgm:prSet/>
      <dgm:spPr/>
      <dgm:t>
        <a:bodyPr/>
        <a:lstStyle/>
        <a:p>
          <a:endParaRPr lang="fr-FR" sz="4000"/>
        </a:p>
      </dgm:t>
    </dgm:pt>
    <dgm:pt modelId="{EE0AEA42-1BDF-438B-AEA3-B8C76DFA63CD}" type="sibTrans" cxnId="{CD4C4872-EF23-4177-8126-ED3A7C53F9EA}">
      <dgm:prSet/>
      <dgm:spPr/>
      <dgm:t>
        <a:bodyPr/>
        <a:lstStyle/>
        <a:p>
          <a:endParaRPr lang="fr-FR" sz="4000"/>
        </a:p>
      </dgm:t>
    </dgm:pt>
    <dgm:pt modelId="{4E0535A7-71C9-491E-9E88-A0C9805CABCC}">
      <dgm:prSet phldrT="[Texte]" custT="1"/>
      <dgm:spPr/>
      <dgm:t>
        <a:bodyPr/>
        <a:lstStyle/>
        <a:p>
          <a:r>
            <a:rPr lang="fr-FR" sz="1600" noProof="0" dirty="0"/>
            <a:t>CSS3</a:t>
          </a:r>
        </a:p>
      </dgm:t>
    </dgm:pt>
    <dgm:pt modelId="{B5AC0C30-0B21-4E51-B2B8-D85D2E1B26EB}" type="parTrans" cxnId="{3402AC6B-BE26-4B23-A100-8C64E9FA26DE}">
      <dgm:prSet/>
      <dgm:spPr/>
      <dgm:t>
        <a:bodyPr/>
        <a:lstStyle/>
        <a:p>
          <a:endParaRPr lang="fr-FR" sz="4000"/>
        </a:p>
      </dgm:t>
    </dgm:pt>
    <dgm:pt modelId="{1D10F29B-201B-408B-BC18-04425C2E16B9}" type="sibTrans" cxnId="{3402AC6B-BE26-4B23-A100-8C64E9FA26DE}">
      <dgm:prSet/>
      <dgm:spPr/>
      <dgm:t>
        <a:bodyPr/>
        <a:lstStyle/>
        <a:p>
          <a:endParaRPr lang="fr-FR" sz="4000"/>
        </a:p>
      </dgm:t>
    </dgm:pt>
    <dgm:pt modelId="{01376C91-B62F-4496-AF8F-15887E6D0318}">
      <dgm:prSet phldrT="[Texte]" custT="1"/>
      <dgm:spPr/>
      <dgm:t>
        <a:bodyPr/>
        <a:lstStyle/>
        <a:p>
          <a:r>
            <a:rPr lang="fr-FR" sz="1600" noProof="0" dirty="0"/>
            <a:t>JavaScript</a:t>
          </a:r>
        </a:p>
      </dgm:t>
    </dgm:pt>
    <dgm:pt modelId="{CDC67CF4-37F1-47EC-B86F-BB0AD0505834}" type="parTrans" cxnId="{84A507E4-0658-4DB7-9095-206B4B376271}">
      <dgm:prSet/>
      <dgm:spPr/>
      <dgm:t>
        <a:bodyPr/>
        <a:lstStyle/>
        <a:p>
          <a:endParaRPr lang="fr-FR" sz="4000"/>
        </a:p>
      </dgm:t>
    </dgm:pt>
    <dgm:pt modelId="{48FD711B-1623-461C-BD0C-1DED131D8078}" type="sibTrans" cxnId="{84A507E4-0658-4DB7-9095-206B4B376271}">
      <dgm:prSet/>
      <dgm:spPr/>
      <dgm:t>
        <a:bodyPr/>
        <a:lstStyle/>
        <a:p>
          <a:endParaRPr lang="fr-FR" sz="4000"/>
        </a:p>
      </dgm:t>
    </dgm:pt>
    <dgm:pt modelId="{D8A40626-65F4-4C48-BD1A-693B5CC45B63}">
      <dgm:prSet phldrT="[Texte]" custT="1"/>
      <dgm:spPr/>
      <dgm:t>
        <a:bodyPr/>
        <a:lstStyle/>
        <a:p>
          <a:r>
            <a:rPr lang="fr-FR" sz="1600" noProof="0" dirty="0"/>
            <a:t>PHP</a:t>
          </a:r>
        </a:p>
      </dgm:t>
    </dgm:pt>
    <dgm:pt modelId="{A6CFE72C-5D54-429B-8F7C-DE12E1F0BD58}" type="parTrans" cxnId="{B0B56AA8-3D43-44CE-9819-CE915F325C24}">
      <dgm:prSet/>
      <dgm:spPr/>
      <dgm:t>
        <a:bodyPr/>
        <a:lstStyle/>
        <a:p>
          <a:endParaRPr lang="fr-FR" sz="4000"/>
        </a:p>
      </dgm:t>
    </dgm:pt>
    <dgm:pt modelId="{8F10293B-C2FB-4576-A5D7-114C57AAEB4F}" type="sibTrans" cxnId="{B0B56AA8-3D43-44CE-9819-CE915F325C24}">
      <dgm:prSet/>
      <dgm:spPr/>
      <dgm:t>
        <a:bodyPr/>
        <a:lstStyle/>
        <a:p>
          <a:endParaRPr lang="fr-FR" sz="4000"/>
        </a:p>
      </dgm:t>
    </dgm:pt>
    <dgm:pt modelId="{9E550067-7944-4885-97EC-DB16602B4575}" type="pres">
      <dgm:prSet presAssocID="{46F0C3A7-44FC-4283-B2D3-E11278D2314A}" presName="Name0" presStyleCnt="0">
        <dgm:presLayoutVars>
          <dgm:chMax/>
          <dgm:chPref/>
          <dgm:dir/>
        </dgm:presLayoutVars>
      </dgm:prSet>
      <dgm:spPr/>
    </dgm:pt>
    <dgm:pt modelId="{F44ECEB4-4E54-49FB-8144-B54D3649BA04}" type="pres">
      <dgm:prSet presAssocID="{71746474-1C2C-4E5E-9562-BF0AB75EE2FB}" presName="composite" presStyleCnt="0"/>
      <dgm:spPr/>
    </dgm:pt>
    <dgm:pt modelId="{06F35C4C-3F64-404A-AA1A-7DC13DC67B15}" type="pres">
      <dgm:prSet presAssocID="{71746474-1C2C-4E5E-9562-BF0AB75EE2FB}" presName="Accent" presStyleLbl="alignNode1" presStyleIdx="0" presStyleCnt="7">
        <dgm:presLayoutVars>
          <dgm:chMax val="0"/>
          <dgm:chPref val="0"/>
        </dgm:presLayoutVars>
      </dgm:prSet>
      <dgm:spPr/>
    </dgm:pt>
    <dgm:pt modelId="{E5481AFE-E209-43DC-9013-29030F2F0053}" type="pres">
      <dgm:prSet presAssocID="{71746474-1C2C-4E5E-9562-BF0AB75EE2FB}" presName="Image" presStyleLbl="bgImgPlace1" presStyleIdx="0" presStyleCnt="4" custScaleX="100124" custLinFactX="48987" custLinFactNeighborX="100000" custLinFactNeighborY="-9141">
        <dgm:presLayoutVars>
          <dgm:chMax val="0"/>
          <dgm:chPref val="0"/>
          <dgm:bulletEnabled val="1"/>
        </dgm:presLayoutVars>
      </dgm:prSet>
      <dgm:spPr>
        <a:blipFill dpi="0" rotWithShape="1"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12471" t="-16001" r="3761" b="5427"/>
          </a:stretch>
        </a:blipFill>
        <a:ln>
          <a:noFill/>
        </a:ln>
      </dgm:spPr>
    </dgm:pt>
    <dgm:pt modelId="{390FB762-1DBD-4ABB-BA20-44CB83FEF315}" type="pres">
      <dgm:prSet presAssocID="{71746474-1C2C-4E5E-9562-BF0AB75EE2FB}" presName="Parent" presStyleLbl="fgAccFollowNode1" presStyleIdx="0" presStyleCnt="4">
        <dgm:presLayoutVars>
          <dgm:chMax val="0"/>
          <dgm:chPref val="0"/>
          <dgm:bulletEnabled val="1"/>
        </dgm:presLayoutVars>
      </dgm:prSet>
      <dgm:spPr/>
    </dgm:pt>
    <dgm:pt modelId="{DD147BC6-8038-483A-8F59-A2D8099640DE}" type="pres">
      <dgm:prSet presAssocID="{71746474-1C2C-4E5E-9562-BF0AB75EE2FB}" presName="Space" presStyleCnt="0">
        <dgm:presLayoutVars>
          <dgm:chMax val="0"/>
          <dgm:chPref val="0"/>
        </dgm:presLayoutVars>
      </dgm:prSet>
      <dgm:spPr/>
    </dgm:pt>
    <dgm:pt modelId="{8063210E-8264-4245-9DD2-2C1B877287E9}" type="pres">
      <dgm:prSet presAssocID="{EE0AEA42-1BDF-438B-AEA3-B8C76DFA63CD}" presName="ConnectorComposite" presStyleCnt="0"/>
      <dgm:spPr/>
    </dgm:pt>
    <dgm:pt modelId="{B9ECFD80-200A-4DB3-B7EF-BC02F2991A45}" type="pres">
      <dgm:prSet presAssocID="{EE0AEA42-1BDF-438B-AEA3-B8C76DFA63CD}" presName="TopSpacing" presStyleCnt="0"/>
      <dgm:spPr/>
    </dgm:pt>
    <dgm:pt modelId="{1F872309-DCDA-4C1D-8F49-97CA9C2E2267}" type="pres">
      <dgm:prSet presAssocID="{EE0AEA42-1BDF-438B-AEA3-B8C76DFA63CD}" presName="Connector" presStyleLbl="alignNode1" presStyleIdx="1" presStyleCnt="7"/>
      <dgm:spPr/>
    </dgm:pt>
    <dgm:pt modelId="{7759ACFB-3DF0-4026-8E38-31330B3EE488}" type="pres">
      <dgm:prSet presAssocID="{EE0AEA42-1BDF-438B-AEA3-B8C76DFA63CD}" presName="BottomSpacing" presStyleCnt="0"/>
      <dgm:spPr/>
    </dgm:pt>
    <dgm:pt modelId="{0DCFC401-CF0F-40A5-A8FC-D051EF5938B4}" type="pres">
      <dgm:prSet presAssocID="{4E0535A7-71C9-491E-9E88-A0C9805CABCC}" presName="composite" presStyleCnt="0"/>
      <dgm:spPr/>
    </dgm:pt>
    <dgm:pt modelId="{1793C665-3740-4A47-B544-08C0AA7E25C5}" type="pres">
      <dgm:prSet presAssocID="{4E0535A7-71C9-491E-9E88-A0C9805CABCC}" presName="Accent" presStyleLbl="alignNode1" presStyleIdx="2" presStyleCnt="7">
        <dgm:presLayoutVars>
          <dgm:chMax val="0"/>
          <dgm:chPref val="0"/>
        </dgm:presLayoutVars>
      </dgm:prSet>
      <dgm:spPr/>
    </dgm:pt>
    <dgm:pt modelId="{365C09B9-47DF-438A-8140-08CF737C4408}" type="pres">
      <dgm:prSet presAssocID="{4E0535A7-71C9-491E-9E88-A0C9805CABCC}" presName="Image" presStyleLbl="bgImgPlace1" presStyleIdx="1" presStyleCnt="4" custLinFactNeighborX="23965" custLinFactNeighborY="3374">
        <dgm:presLayoutVars>
          <dgm:chMax val="0"/>
          <dgm:chPref val="0"/>
          <dgm:bulletEnabled val="1"/>
        </dgm:presLayoutVars>
      </dgm:prSet>
      <dgm:spPr>
        <a:blipFill dpi="0" rotWithShape="1"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7782" t="2891" r="23097" b="2305"/>
          </a:stretch>
        </a:blipFill>
        <a:ln>
          <a:noFill/>
        </a:ln>
      </dgm:spPr>
    </dgm:pt>
    <dgm:pt modelId="{C5D3DA6F-9A45-4DE2-ACFF-B64B89F5B99C}" type="pres">
      <dgm:prSet presAssocID="{4E0535A7-71C9-491E-9E88-A0C9805CABCC}" presName="Parent" presStyleLbl="fgAccFollowNode1" presStyleIdx="1" presStyleCnt="4">
        <dgm:presLayoutVars>
          <dgm:chMax val="0"/>
          <dgm:chPref val="0"/>
          <dgm:bulletEnabled val="1"/>
        </dgm:presLayoutVars>
      </dgm:prSet>
      <dgm:spPr/>
    </dgm:pt>
    <dgm:pt modelId="{44B01044-63E7-4ED3-9C08-5AB18EE6F979}" type="pres">
      <dgm:prSet presAssocID="{4E0535A7-71C9-491E-9E88-A0C9805CABCC}" presName="Space" presStyleCnt="0">
        <dgm:presLayoutVars>
          <dgm:chMax val="0"/>
          <dgm:chPref val="0"/>
        </dgm:presLayoutVars>
      </dgm:prSet>
      <dgm:spPr/>
    </dgm:pt>
    <dgm:pt modelId="{A6B0CA9A-3698-48AC-914C-D651553BE8B8}" type="pres">
      <dgm:prSet presAssocID="{1D10F29B-201B-408B-BC18-04425C2E16B9}" presName="ConnectorComposite" presStyleCnt="0"/>
      <dgm:spPr/>
    </dgm:pt>
    <dgm:pt modelId="{544623BB-B66C-451D-83F6-BF8118F65D28}" type="pres">
      <dgm:prSet presAssocID="{1D10F29B-201B-408B-BC18-04425C2E16B9}" presName="TopSpacing" presStyleCnt="0"/>
      <dgm:spPr/>
    </dgm:pt>
    <dgm:pt modelId="{375E6ED0-7B37-4E6C-BA5E-E2C1A79A5006}" type="pres">
      <dgm:prSet presAssocID="{1D10F29B-201B-408B-BC18-04425C2E16B9}" presName="Connector" presStyleLbl="alignNode1" presStyleIdx="3" presStyleCnt="7"/>
      <dgm:spPr/>
    </dgm:pt>
    <dgm:pt modelId="{7D598565-7894-4D00-BD19-6D368C5C1EF6}" type="pres">
      <dgm:prSet presAssocID="{1D10F29B-201B-408B-BC18-04425C2E16B9}" presName="BottomSpacing" presStyleCnt="0"/>
      <dgm:spPr/>
    </dgm:pt>
    <dgm:pt modelId="{D9B582F6-A6E7-41BD-ACAF-0F91054EDFDD}" type="pres">
      <dgm:prSet presAssocID="{01376C91-B62F-4496-AF8F-15887E6D0318}" presName="composite" presStyleCnt="0"/>
      <dgm:spPr/>
    </dgm:pt>
    <dgm:pt modelId="{54113C5B-2DAC-4765-AC2A-C30C7C118C2E}" type="pres">
      <dgm:prSet presAssocID="{01376C91-B62F-4496-AF8F-15887E6D0318}" presName="Accent" presStyleLbl="alignNode1" presStyleIdx="4" presStyleCnt="7" custScaleX="167922">
        <dgm:presLayoutVars>
          <dgm:chMax val="0"/>
          <dgm:chPref val="0"/>
        </dgm:presLayoutVars>
      </dgm:prSet>
      <dgm:spPr/>
    </dgm:pt>
    <dgm:pt modelId="{B54EAED5-F450-43BB-B008-022CEF95D59C}" type="pres">
      <dgm:prSet presAssocID="{01376C91-B62F-4496-AF8F-15887E6D0318}" presName="Image" presStyleLbl="bgImgPlace1" presStyleIdx="2" presStyleCnt="4" custScaleX="60691" custScaleY="72871" custLinFactX="82430" custLinFactNeighborX="100000" custLinFactNeighborY="195">
        <dgm:presLayoutVars>
          <dgm:chMax val="0"/>
          <dgm:chPref val="0"/>
          <dgm:bulletEnabled val="1"/>
        </dgm:presLayoutVars>
      </dgm:prSet>
      <dgm:spPr>
        <a:blipFill dpi="0" rotWithShape="1"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1" t="-28606" r="12008" b="12458"/>
          </a:stretch>
        </a:blipFill>
        <a:ln>
          <a:noFill/>
        </a:ln>
      </dgm:spPr>
    </dgm:pt>
    <dgm:pt modelId="{99C600D2-55AF-4C35-A892-38F57ED27560}" type="pres">
      <dgm:prSet presAssocID="{01376C91-B62F-4496-AF8F-15887E6D0318}" presName="Parent" presStyleLbl="fgAccFollowNode1" presStyleIdx="2" presStyleCnt="4" custScaleX="180294">
        <dgm:presLayoutVars>
          <dgm:chMax val="0"/>
          <dgm:chPref val="0"/>
          <dgm:bulletEnabled val="1"/>
        </dgm:presLayoutVars>
      </dgm:prSet>
      <dgm:spPr/>
    </dgm:pt>
    <dgm:pt modelId="{03C5B902-8BC5-4F44-846E-D9444AA861F6}" type="pres">
      <dgm:prSet presAssocID="{01376C91-B62F-4496-AF8F-15887E6D0318}" presName="Space" presStyleCnt="0">
        <dgm:presLayoutVars>
          <dgm:chMax val="0"/>
          <dgm:chPref val="0"/>
        </dgm:presLayoutVars>
      </dgm:prSet>
      <dgm:spPr/>
    </dgm:pt>
    <dgm:pt modelId="{334FF147-3EF7-422C-B146-27145E94A6D0}" type="pres">
      <dgm:prSet presAssocID="{48FD711B-1623-461C-BD0C-1DED131D8078}" presName="ConnectorComposite" presStyleCnt="0"/>
      <dgm:spPr/>
    </dgm:pt>
    <dgm:pt modelId="{872EEA20-72C5-49B3-9A7B-B6BE5FD3A9B6}" type="pres">
      <dgm:prSet presAssocID="{48FD711B-1623-461C-BD0C-1DED131D8078}" presName="TopSpacing" presStyleCnt="0"/>
      <dgm:spPr/>
    </dgm:pt>
    <dgm:pt modelId="{9AFB236C-43D9-4938-9AC7-6DF046FD19A1}" type="pres">
      <dgm:prSet presAssocID="{48FD711B-1623-461C-BD0C-1DED131D8078}" presName="Connector" presStyleLbl="alignNode1" presStyleIdx="5" presStyleCnt="7"/>
      <dgm:spPr/>
    </dgm:pt>
    <dgm:pt modelId="{1BF9AC12-F1C3-4457-81F6-9DF0303B8772}" type="pres">
      <dgm:prSet presAssocID="{48FD711B-1623-461C-BD0C-1DED131D8078}" presName="BottomSpacing" presStyleCnt="0"/>
      <dgm:spPr/>
    </dgm:pt>
    <dgm:pt modelId="{AE096B4B-9B75-4316-8870-F6E85A3901C5}" type="pres">
      <dgm:prSet presAssocID="{D8A40626-65F4-4C48-BD1A-693B5CC45B63}" presName="composite" presStyleCnt="0"/>
      <dgm:spPr/>
    </dgm:pt>
    <dgm:pt modelId="{7E6BF94D-0B19-4F10-827B-754F895A0273}" type="pres">
      <dgm:prSet presAssocID="{D8A40626-65F4-4C48-BD1A-693B5CC45B63}" presName="Accent" presStyleLbl="alignNode1" presStyleIdx="6" presStyleCnt="7">
        <dgm:presLayoutVars>
          <dgm:chMax val="0"/>
          <dgm:chPref val="0"/>
        </dgm:presLayoutVars>
      </dgm:prSet>
      <dgm:spPr/>
    </dgm:pt>
    <dgm:pt modelId="{D27E898C-8703-444F-9C27-99373570A1B5}" type="pres">
      <dgm:prSet presAssocID="{D8A40626-65F4-4C48-BD1A-693B5CC45B63}" presName="Image" presStyleLbl="bgImgPlace1" presStyleIdx="3" presStyleCnt="4" custLinFactNeighborX="30919" custLinFactNeighborY="4132">
        <dgm:presLayoutVars>
          <dgm:chMax val="0"/>
          <dgm:chPref val="0"/>
          <dgm:bulletEnabled val="1"/>
        </dgm:presLayoutVars>
      </dgm:prSet>
      <dgm:spPr>
        <a:blipFill dpi="0" rotWithShape="1"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1497" t="15127" r="2125" b="17945"/>
          </a:stretch>
        </a:blipFill>
        <a:ln>
          <a:noFill/>
        </a:ln>
      </dgm:spPr>
    </dgm:pt>
    <dgm:pt modelId="{AB0378D3-53DD-4A27-BD76-9814B0F9F2B9}" type="pres">
      <dgm:prSet presAssocID="{D8A40626-65F4-4C48-BD1A-693B5CC45B63}" presName="Parent" presStyleLbl="fgAccFollowNode1" presStyleIdx="3" presStyleCnt="4">
        <dgm:presLayoutVars>
          <dgm:chMax val="0"/>
          <dgm:chPref val="0"/>
          <dgm:bulletEnabled val="1"/>
        </dgm:presLayoutVars>
      </dgm:prSet>
      <dgm:spPr/>
    </dgm:pt>
    <dgm:pt modelId="{C1FA56B8-60DE-4B33-90CD-1FC2747CBB70}" type="pres">
      <dgm:prSet presAssocID="{D8A40626-65F4-4C48-BD1A-693B5CC45B63}" presName="Space" presStyleCnt="0">
        <dgm:presLayoutVars>
          <dgm:chMax val="0"/>
          <dgm:chPref val="0"/>
        </dgm:presLayoutVars>
      </dgm:prSet>
      <dgm:spPr/>
    </dgm:pt>
  </dgm:ptLst>
  <dgm:cxnLst>
    <dgm:cxn modelId="{1C1CF11A-947F-4140-AD7D-150F48E28120}" type="presOf" srcId="{4E0535A7-71C9-491E-9E88-A0C9805CABCC}" destId="{C5D3DA6F-9A45-4DE2-ACFF-B64B89F5B99C}" srcOrd="0" destOrd="0" presId="urn:microsoft.com/office/officeart/2008/layout/AlternatingPictureCircles"/>
    <dgm:cxn modelId="{92B24B5E-F0C9-4C1B-9CC1-32EAD5213F1F}" type="presOf" srcId="{71746474-1C2C-4E5E-9562-BF0AB75EE2FB}" destId="{390FB762-1DBD-4ABB-BA20-44CB83FEF315}" srcOrd="0" destOrd="0" presId="urn:microsoft.com/office/officeart/2008/layout/AlternatingPictureCircles"/>
    <dgm:cxn modelId="{3402AC6B-BE26-4B23-A100-8C64E9FA26DE}" srcId="{46F0C3A7-44FC-4283-B2D3-E11278D2314A}" destId="{4E0535A7-71C9-491E-9E88-A0C9805CABCC}" srcOrd="1" destOrd="0" parTransId="{B5AC0C30-0B21-4E51-B2B8-D85D2E1B26EB}" sibTransId="{1D10F29B-201B-408B-BC18-04425C2E16B9}"/>
    <dgm:cxn modelId="{7B65C070-281F-4FDC-AD9C-2A2AB117B0F7}" type="presOf" srcId="{46F0C3A7-44FC-4283-B2D3-E11278D2314A}" destId="{9E550067-7944-4885-97EC-DB16602B4575}" srcOrd="0" destOrd="0" presId="urn:microsoft.com/office/officeart/2008/layout/AlternatingPictureCircles"/>
    <dgm:cxn modelId="{CD4C4872-EF23-4177-8126-ED3A7C53F9EA}" srcId="{46F0C3A7-44FC-4283-B2D3-E11278D2314A}" destId="{71746474-1C2C-4E5E-9562-BF0AB75EE2FB}" srcOrd="0" destOrd="0" parTransId="{83AAE527-0B8B-48B1-B7F8-C439A0366EF5}" sibTransId="{EE0AEA42-1BDF-438B-AEA3-B8C76DFA63CD}"/>
    <dgm:cxn modelId="{6D0BC088-FED7-4937-B507-426F9E4A1017}" type="presOf" srcId="{D8A40626-65F4-4C48-BD1A-693B5CC45B63}" destId="{AB0378D3-53DD-4A27-BD76-9814B0F9F2B9}" srcOrd="0" destOrd="0" presId="urn:microsoft.com/office/officeart/2008/layout/AlternatingPictureCircles"/>
    <dgm:cxn modelId="{B0B56AA8-3D43-44CE-9819-CE915F325C24}" srcId="{46F0C3A7-44FC-4283-B2D3-E11278D2314A}" destId="{D8A40626-65F4-4C48-BD1A-693B5CC45B63}" srcOrd="3" destOrd="0" parTransId="{A6CFE72C-5D54-429B-8F7C-DE12E1F0BD58}" sibTransId="{8F10293B-C2FB-4576-A5D7-114C57AAEB4F}"/>
    <dgm:cxn modelId="{411790CC-5A8E-4783-B358-3BA9FB6C721D}" type="presOf" srcId="{01376C91-B62F-4496-AF8F-15887E6D0318}" destId="{99C600D2-55AF-4C35-A892-38F57ED27560}" srcOrd="0" destOrd="0" presId="urn:microsoft.com/office/officeart/2008/layout/AlternatingPictureCircles"/>
    <dgm:cxn modelId="{84A507E4-0658-4DB7-9095-206B4B376271}" srcId="{46F0C3A7-44FC-4283-B2D3-E11278D2314A}" destId="{01376C91-B62F-4496-AF8F-15887E6D0318}" srcOrd="2" destOrd="0" parTransId="{CDC67CF4-37F1-47EC-B86F-BB0AD0505834}" sibTransId="{48FD711B-1623-461C-BD0C-1DED131D8078}"/>
    <dgm:cxn modelId="{989DF837-B1E6-444B-BDC8-A52298A968DB}" type="presParOf" srcId="{9E550067-7944-4885-97EC-DB16602B4575}" destId="{F44ECEB4-4E54-49FB-8144-B54D3649BA04}" srcOrd="0" destOrd="0" presId="urn:microsoft.com/office/officeart/2008/layout/AlternatingPictureCircles"/>
    <dgm:cxn modelId="{6C4469CA-2DF2-4127-93E0-564AD746C28C}" type="presParOf" srcId="{F44ECEB4-4E54-49FB-8144-B54D3649BA04}" destId="{06F35C4C-3F64-404A-AA1A-7DC13DC67B15}" srcOrd="0" destOrd="0" presId="urn:microsoft.com/office/officeart/2008/layout/AlternatingPictureCircles"/>
    <dgm:cxn modelId="{098385F9-499A-47BF-97F4-4C09A728BCAA}" type="presParOf" srcId="{F44ECEB4-4E54-49FB-8144-B54D3649BA04}" destId="{E5481AFE-E209-43DC-9013-29030F2F0053}" srcOrd="1" destOrd="0" presId="urn:microsoft.com/office/officeart/2008/layout/AlternatingPictureCircles"/>
    <dgm:cxn modelId="{BB7DED2D-14E9-475F-ABA0-68F7EDB8418E}" type="presParOf" srcId="{F44ECEB4-4E54-49FB-8144-B54D3649BA04}" destId="{390FB762-1DBD-4ABB-BA20-44CB83FEF315}" srcOrd="2" destOrd="0" presId="urn:microsoft.com/office/officeart/2008/layout/AlternatingPictureCircles"/>
    <dgm:cxn modelId="{D0F484D4-4C42-4727-8D16-3AAB326242B3}" type="presParOf" srcId="{F44ECEB4-4E54-49FB-8144-B54D3649BA04}" destId="{DD147BC6-8038-483A-8F59-A2D8099640DE}" srcOrd="3" destOrd="0" presId="urn:microsoft.com/office/officeart/2008/layout/AlternatingPictureCircles"/>
    <dgm:cxn modelId="{17A69BA6-4264-4149-A29D-FD2D414359EA}" type="presParOf" srcId="{9E550067-7944-4885-97EC-DB16602B4575}" destId="{8063210E-8264-4245-9DD2-2C1B877287E9}" srcOrd="1" destOrd="0" presId="urn:microsoft.com/office/officeart/2008/layout/AlternatingPictureCircles"/>
    <dgm:cxn modelId="{DD00E33A-FE33-4947-A5C5-5FF8819F9ABA}" type="presParOf" srcId="{8063210E-8264-4245-9DD2-2C1B877287E9}" destId="{B9ECFD80-200A-4DB3-B7EF-BC02F2991A45}" srcOrd="0" destOrd="0" presId="urn:microsoft.com/office/officeart/2008/layout/AlternatingPictureCircles"/>
    <dgm:cxn modelId="{118DFDCE-2415-479B-B17F-924AE722A1F1}" type="presParOf" srcId="{8063210E-8264-4245-9DD2-2C1B877287E9}" destId="{1F872309-DCDA-4C1D-8F49-97CA9C2E2267}" srcOrd="1" destOrd="0" presId="urn:microsoft.com/office/officeart/2008/layout/AlternatingPictureCircles"/>
    <dgm:cxn modelId="{0C734426-FC8A-4B5C-8FA8-C3BB93D3FAEB}" type="presParOf" srcId="{8063210E-8264-4245-9DD2-2C1B877287E9}" destId="{7759ACFB-3DF0-4026-8E38-31330B3EE488}" srcOrd="2" destOrd="0" presId="urn:microsoft.com/office/officeart/2008/layout/AlternatingPictureCircles"/>
    <dgm:cxn modelId="{40E74FDE-9358-4D2F-81F5-A5E6A80CFE9A}" type="presParOf" srcId="{9E550067-7944-4885-97EC-DB16602B4575}" destId="{0DCFC401-CF0F-40A5-A8FC-D051EF5938B4}" srcOrd="2" destOrd="0" presId="urn:microsoft.com/office/officeart/2008/layout/AlternatingPictureCircles"/>
    <dgm:cxn modelId="{A4ADB70B-2A1D-4816-AD97-CADD1D8D65A7}" type="presParOf" srcId="{0DCFC401-CF0F-40A5-A8FC-D051EF5938B4}" destId="{1793C665-3740-4A47-B544-08C0AA7E25C5}" srcOrd="0" destOrd="0" presId="urn:microsoft.com/office/officeart/2008/layout/AlternatingPictureCircles"/>
    <dgm:cxn modelId="{C8A6F857-2F01-4622-A32F-A8624F9EA181}" type="presParOf" srcId="{0DCFC401-CF0F-40A5-A8FC-D051EF5938B4}" destId="{365C09B9-47DF-438A-8140-08CF737C4408}" srcOrd="1" destOrd="0" presId="urn:microsoft.com/office/officeart/2008/layout/AlternatingPictureCircles"/>
    <dgm:cxn modelId="{46FBE64D-ECE2-47E0-9C32-8CF80F64D52D}" type="presParOf" srcId="{0DCFC401-CF0F-40A5-A8FC-D051EF5938B4}" destId="{C5D3DA6F-9A45-4DE2-ACFF-B64B89F5B99C}" srcOrd="2" destOrd="0" presId="urn:microsoft.com/office/officeart/2008/layout/AlternatingPictureCircles"/>
    <dgm:cxn modelId="{AD0579D8-3E56-4EFE-AB96-264855B9398F}" type="presParOf" srcId="{0DCFC401-CF0F-40A5-A8FC-D051EF5938B4}" destId="{44B01044-63E7-4ED3-9C08-5AB18EE6F979}" srcOrd="3" destOrd="0" presId="urn:microsoft.com/office/officeart/2008/layout/AlternatingPictureCircles"/>
    <dgm:cxn modelId="{1A5B444E-44D5-4E75-B65A-590CEB99E403}" type="presParOf" srcId="{9E550067-7944-4885-97EC-DB16602B4575}" destId="{A6B0CA9A-3698-48AC-914C-D651553BE8B8}" srcOrd="3" destOrd="0" presId="urn:microsoft.com/office/officeart/2008/layout/AlternatingPictureCircles"/>
    <dgm:cxn modelId="{15E3E7F3-9E0F-4603-8E4F-2FE83DD91358}" type="presParOf" srcId="{A6B0CA9A-3698-48AC-914C-D651553BE8B8}" destId="{544623BB-B66C-451D-83F6-BF8118F65D28}" srcOrd="0" destOrd="0" presId="urn:microsoft.com/office/officeart/2008/layout/AlternatingPictureCircles"/>
    <dgm:cxn modelId="{C7613202-F7C0-4152-803E-C7975DE8262D}" type="presParOf" srcId="{A6B0CA9A-3698-48AC-914C-D651553BE8B8}" destId="{375E6ED0-7B37-4E6C-BA5E-E2C1A79A5006}" srcOrd="1" destOrd="0" presId="urn:microsoft.com/office/officeart/2008/layout/AlternatingPictureCircles"/>
    <dgm:cxn modelId="{FAD5777D-44A7-4518-A482-F4FEFE6FF420}" type="presParOf" srcId="{A6B0CA9A-3698-48AC-914C-D651553BE8B8}" destId="{7D598565-7894-4D00-BD19-6D368C5C1EF6}" srcOrd="2" destOrd="0" presId="urn:microsoft.com/office/officeart/2008/layout/AlternatingPictureCircles"/>
    <dgm:cxn modelId="{92C5B0D1-431A-499F-AEFF-1D2B32265A78}" type="presParOf" srcId="{9E550067-7944-4885-97EC-DB16602B4575}" destId="{D9B582F6-A6E7-41BD-ACAF-0F91054EDFDD}" srcOrd="4" destOrd="0" presId="urn:microsoft.com/office/officeart/2008/layout/AlternatingPictureCircles"/>
    <dgm:cxn modelId="{2434C15B-2630-4DBF-808E-D4D924C02D42}" type="presParOf" srcId="{D9B582F6-A6E7-41BD-ACAF-0F91054EDFDD}" destId="{54113C5B-2DAC-4765-AC2A-C30C7C118C2E}" srcOrd="0" destOrd="0" presId="urn:microsoft.com/office/officeart/2008/layout/AlternatingPictureCircles"/>
    <dgm:cxn modelId="{F09640A0-9384-4892-A0AE-4C3062987E93}" type="presParOf" srcId="{D9B582F6-A6E7-41BD-ACAF-0F91054EDFDD}" destId="{B54EAED5-F450-43BB-B008-022CEF95D59C}" srcOrd="1" destOrd="0" presId="urn:microsoft.com/office/officeart/2008/layout/AlternatingPictureCircles"/>
    <dgm:cxn modelId="{4DA34D19-5D44-439A-950A-731E4C6A77C2}" type="presParOf" srcId="{D9B582F6-A6E7-41BD-ACAF-0F91054EDFDD}" destId="{99C600D2-55AF-4C35-A892-38F57ED27560}" srcOrd="2" destOrd="0" presId="urn:microsoft.com/office/officeart/2008/layout/AlternatingPictureCircles"/>
    <dgm:cxn modelId="{899D2BCE-451A-4695-A678-0DCACD1FE38C}" type="presParOf" srcId="{D9B582F6-A6E7-41BD-ACAF-0F91054EDFDD}" destId="{03C5B902-8BC5-4F44-846E-D9444AA861F6}" srcOrd="3" destOrd="0" presId="urn:microsoft.com/office/officeart/2008/layout/AlternatingPictureCircles"/>
    <dgm:cxn modelId="{1D87B299-3B5A-4EB4-99BD-7F320C526AA1}" type="presParOf" srcId="{9E550067-7944-4885-97EC-DB16602B4575}" destId="{334FF147-3EF7-422C-B146-27145E94A6D0}" srcOrd="5" destOrd="0" presId="urn:microsoft.com/office/officeart/2008/layout/AlternatingPictureCircles"/>
    <dgm:cxn modelId="{2ADDB72A-3B12-4F6F-8F07-CD8DFBB531E4}" type="presParOf" srcId="{334FF147-3EF7-422C-B146-27145E94A6D0}" destId="{872EEA20-72C5-49B3-9A7B-B6BE5FD3A9B6}" srcOrd="0" destOrd="0" presId="urn:microsoft.com/office/officeart/2008/layout/AlternatingPictureCircles"/>
    <dgm:cxn modelId="{6205DEBA-DA2C-477D-80EC-34F70DE4A910}" type="presParOf" srcId="{334FF147-3EF7-422C-B146-27145E94A6D0}" destId="{9AFB236C-43D9-4938-9AC7-6DF046FD19A1}" srcOrd="1" destOrd="0" presId="urn:microsoft.com/office/officeart/2008/layout/AlternatingPictureCircles"/>
    <dgm:cxn modelId="{EFECEF6F-23C3-4068-9BD8-C0185E3BA5A7}" type="presParOf" srcId="{334FF147-3EF7-422C-B146-27145E94A6D0}" destId="{1BF9AC12-F1C3-4457-81F6-9DF0303B8772}" srcOrd="2" destOrd="0" presId="urn:microsoft.com/office/officeart/2008/layout/AlternatingPictureCircles"/>
    <dgm:cxn modelId="{B9D552B3-1CC5-4AD5-B1A7-E3C7BD65AA2E}" type="presParOf" srcId="{9E550067-7944-4885-97EC-DB16602B4575}" destId="{AE096B4B-9B75-4316-8870-F6E85A3901C5}" srcOrd="6" destOrd="0" presId="urn:microsoft.com/office/officeart/2008/layout/AlternatingPictureCircles"/>
    <dgm:cxn modelId="{981CFFDC-B2B8-42C9-8EBE-505230B937F0}" type="presParOf" srcId="{AE096B4B-9B75-4316-8870-F6E85A3901C5}" destId="{7E6BF94D-0B19-4F10-827B-754F895A0273}" srcOrd="0" destOrd="0" presId="urn:microsoft.com/office/officeart/2008/layout/AlternatingPictureCircles"/>
    <dgm:cxn modelId="{0328906D-3A59-44D6-8D7C-3BBF46E66E2B}" type="presParOf" srcId="{AE096B4B-9B75-4316-8870-F6E85A3901C5}" destId="{D27E898C-8703-444F-9C27-99373570A1B5}" srcOrd="1" destOrd="0" presId="urn:microsoft.com/office/officeart/2008/layout/AlternatingPictureCircles"/>
    <dgm:cxn modelId="{4D561D61-94E2-4EF8-8DBB-24513728AE34}" type="presParOf" srcId="{AE096B4B-9B75-4316-8870-F6E85A3901C5}" destId="{AB0378D3-53DD-4A27-BD76-9814B0F9F2B9}" srcOrd="2" destOrd="0" presId="urn:microsoft.com/office/officeart/2008/layout/AlternatingPictureCircles"/>
    <dgm:cxn modelId="{A5145254-2552-434F-A289-F39973225AE6}" type="presParOf" srcId="{AE096B4B-9B75-4316-8870-F6E85A3901C5}" destId="{C1FA56B8-60DE-4B33-90CD-1FC2747CBB70}" srcOrd="3" destOrd="0" presId="urn:microsoft.com/office/officeart/2008/layout/AlternatingPictureCircles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6F0C3A7-44FC-4283-B2D3-E11278D2314A}" type="doc">
      <dgm:prSet loTypeId="urn:microsoft.com/office/officeart/2008/layout/AlternatingPictureCircles" loCatId="pictur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fr-FR"/>
        </a:p>
      </dgm:t>
    </dgm:pt>
    <dgm:pt modelId="{71746474-1C2C-4E5E-9562-BF0AB75EE2FB}">
      <dgm:prSet phldrT="[Texte]" custT="1"/>
      <dgm:spPr/>
      <dgm:t>
        <a:bodyPr/>
        <a:lstStyle/>
        <a:p>
          <a:r>
            <a:rPr lang="fr-FR" sz="1600" noProof="0" dirty="0"/>
            <a:t>Serveur local</a:t>
          </a:r>
        </a:p>
      </dgm:t>
    </dgm:pt>
    <dgm:pt modelId="{83AAE527-0B8B-48B1-B7F8-C439A0366EF5}" type="parTrans" cxnId="{CD4C4872-EF23-4177-8126-ED3A7C53F9EA}">
      <dgm:prSet/>
      <dgm:spPr/>
      <dgm:t>
        <a:bodyPr/>
        <a:lstStyle/>
        <a:p>
          <a:endParaRPr lang="fr-FR" sz="4000"/>
        </a:p>
      </dgm:t>
    </dgm:pt>
    <dgm:pt modelId="{EE0AEA42-1BDF-438B-AEA3-B8C76DFA63CD}" type="sibTrans" cxnId="{CD4C4872-EF23-4177-8126-ED3A7C53F9EA}">
      <dgm:prSet/>
      <dgm:spPr/>
      <dgm:t>
        <a:bodyPr/>
        <a:lstStyle/>
        <a:p>
          <a:endParaRPr lang="fr-FR" sz="4000"/>
        </a:p>
      </dgm:t>
    </dgm:pt>
    <dgm:pt modelId="{4E0535A7-71C9-491E-9E88-A0C9805CABCC}">
      <dgm:prSet phldrT="[Texte]" custT="1"/>
      <dgm:spPr/>
      <dgm:t>
        <a:bodyPr/>
        <a:lstStyle/>
        <a:p>
          <a:r>
            <a:rPr lang="fr-FR" sz="1600" noProof="0" dirty="0"/>
            <a:t>Bootstrap 5</a:t>
          </a:r>
        </a:p>
      </dgm:t>
    </dgm:pt>
    <dgm:pt modelId="{B5AC0C30-0B21-4E51-B2B8-D85D2E1B26EB}" type="parTrans" cxnId="{3402AC6B-BE26-4B23-A100-8C64E9FA26DE}">
      <dgm:prSet/>
      <dgm:spPr/>
      <dgm:t>
        <a:bodyPr/>
        <a:lstStyle/>
        <a:p>
          <a:endParaRPr lang="fr-FR" sz="4000"/>
        </a:p>
      </dgm:t>
    </dgm:pt>
    <dgm:pt modelId="{1D10F29B-201B-408B-BC18-04425C2E16B9}" type="sibTrans" cxnId="{3402AC6B-BE26-4B23-A100-8C64E9FA26DE}">
      <dgm:prSet/>
      <dgm:spPr/>
      <dgm:t>
        <a:bodyPr/>
        <a:lstStyle/>
        <a:p>
          <a:endParaRPr lang="fr-FR" sz="4000"/>
        </a:p>
      </dgm:t>
    </dgm:pt>
    <dgm:pt modelId="{01376C91-B62F-4496-AF8F-15887E6D0318}">
      <dgm:prSet phldrT="[Texte]" custT="1"/>
      <dgm:spPr/>
      <dgm:t>
        <a:bodyPr/>
        <a:lstStyle/>
        <a:p>
          <a:r>
            <a:rPr lang="fr-FR" sz="1600" noProof="0" dirty="0" err="1"/>
            <a:t>Laravel</a:t>
          </a:r>
          <a:r>
            <a:rPr lang="fr-FR" sz="1600" noProof="0" dirty="0"/>
            <a:t> 10</a:t>
          </a:r>
        </a:p>
      </dgm:t>
    </dgm:pt>
    <dgm:pt modelId="{CDC67CF4-37F1-47EC-B86F-BB0AD0505834}" type="parTrans" cxnId="{84A507E4-0658-4DB7-9095-206B4B376271}">
      <dgm:prSet/>
      <dgm:spPr/>
      <dgm:t>
        <a:bodyPr/>
        <a:lstStyle/>
        <a:p>
          <a:endParaRPr lang="fr-FR" sz="4000"/>
        </a:p>
      </dgm:t>
    </dgm:pt>
    <dgm:pt modelId="{48FD711B-1623-461C-BD0C-1DED131D8078}" type="sibTrans" cxnId="{84A507E4-0658-4DB7-9095-206B4B376271}">
      <dgm:prSet/>
      <dgm:spPr/>
      <dgm:t>
        <a:bodyPr/>
        <a:lstStyle/>
        <a:p>
          <a:endParaRPr lang="fr-FR" sz="4000"/>
        </a:p>
      </dgm:t>
    </dgm:pt>
    <dgm:pt modelId="{D8A40626-65F4-4C48-BD1A-693B5CC45B63}">
      <dgm:prSet phldrT="[Texte]" custT="1"/>
      <dgm:spPr/>
      <dgm:t>
        <a:bodyPr/>
        <a:lstStyle/>
        <a:p>
          <a:r>
            <a:rPr lang="fr-FR" sz="1600" noProof="0" dirty="0"/>
            <a:t>Base de </a:t>
          </a:r>
          <a:r>
            <a:rPr lang="fr-FR" sz="1600" noProof="0" dirty="0" err="1"/>
            <a:t>donnees</a:t>
          </a:r>
          <a:endParaRPr lang="fr-FR" sz="1600" noProof="0" dirty="0"/>
        </a:p>
      </dgm:t>
    </dgm:pt>
    <dgm:pt modelId="{8F10293B-C2FB-4576-A5D7-114C57AAEB4F}" type="sibTrans" cxnId="{B0B56AA8-3D43-44CE-9819-CE915F325C24}">
      <dgm:prSet/>
      <dgm:spPr/>
      <dgm:t>
        <a:bodyPr/>
        <a:lstStyle/>
        <a:p>
          <a:endParaRPr lang="fr-FR" sz="4000"/>
        </a:p>
      </dgm:t>
    </dgm:pt>
    <dgm:pt modelId="{A6CFE72C-5D54-429B-8F7C-DE12E1F0BD58}" type="parTrans" cxnId="{B0B56AA8-3D43-44CE-9819-CE915F325C24}">
      <dgm:prSet/>
      <dgm:spPr/>
      <dgm:t>
        <a:bodyPr/>
        <a:lstStyle/>
        <a:p>
          <a:endParaRPr lang="fr-FR" sz="4000"/>
        </a:p>
      </dgm:t>
    </dgm:pt>
    <dgm:pt modelId="{9E550067-7944-4885-97EC-DB16602B4575}" type="pres">
      <dgm:prSet presAssocID="{46F0C3A7-44FC-4283-B2D3-E11278D2314A}" presName="Name0" presStyleCnt="0">
        <dgm:presLayoutVars>
          <dgm:chMax/>
          <dgm:chPref/>
          <dgm:dir/>
        </dgm:presLayoutVars>
      </dgm:prSet>
      <dgm:spPr/>
    </dgm:pt>
    <dgm:pt modelId="{F44ECEB4-4E54-49FB-8144-B54D3649BA04}" type="pres">
      <dgm:prSet presAssocID="{71746474-1C2C-4E5E-9562-BF0AB75EE2FB}" presName="composite" presStyleCnt="0"/>
      <dgm:spPr/>
    </dgm:pt>
    <dgm:pt modelId="{06F35C4C-3F64-404A-AA1A-7DC13DC67B15}" type="pres">
      <dgm:prSet presAssocID="{71746474-1C2C-4E5E-9562-BF0AB75EE2FB}" presName="Accent" presStyleLbl="alignNode1" presStyleIdx="0" presStyleCnt="7" custScaleX="173996">
        <dgm:presLayoutVars>
          <dgm:chMax val="0"/>
          <dgm:chPref val="0"/>
        </dgm:presLayoutVars>
      </dgm:prSet>
      <dgm:spPr>
        <a:solidFill>
          <a:srgbClr val="F527AB"/>
        </a:solidFill>
      </dgm:spPr>
    </dgm:pt>
    <dgm:pt modelId="{E5481AFE-E209-43DC-9013-29030F2F0053}" type="pres">
      <dgm:prSet presAssocID="{71746474-1C2C-4E5E-9562-BF0AB75EE2FB}" presName="Image" presStyleLbl="bgImgPlace1" presStyleIdx="0" presStyleCnt="4" custScaleX="76098" custScaleY="90680" custLinFactNeighborX="-60639" custLinFactNeighborY="9886">
        <dgm:presLayoutVars>
          <dgm:chMax val="0"/>
          <dgm:chPref val="0"/>
          <dgm:bulletEnabled val="1"/>
        </dgm:presLayoutVars>
      </dgm:prSet>
      <dgm:spPr>
        <a:blipFill>
          <a:blip xmlns:r="http://schemas.openxmlformats.org/officeDocument/2006/relationships" r:embed="rId1"/>
          <a:srcRect/>
          <a:stretch>
            <a:fillRect t="-16000" b="-16000"/>
          </a:stretch>
        </a:blipFill>
      </dgm:spPr>
    </dgm:pt>
    <dgm:pt modelId="{390FB762-1DBD-4ABB-BA20-44CB83FEF315}" type="pres">
      <dgm:prSet presAssocID="{71746474-1C2C-4E5E-9562-BF0AB75EE2FB}" presName="Parent" presStyleLbl="fgAccFollowNode1" presStyleIdx="0" presStyleCnt="4" custScaleX="194839">
        <dgm:presLayoutVars>
          <dgm:chMax val="0"/>
          <dgm:chPref val="0"/>
          <dgm:bulletEnabled val="1"/>
        </dgm:presLayoutVars>
      </dgm:prSet>
      <dgm:spPr/>
    </dgm:pt>
    <dgm:pt modelId="{DD147BC6-8038-483A-8F59-A2D8099640DE}" type="pres">
      <dgm:prSet presAssocID="{71746474-1C2C-4E5E-9562-BF0AB75EE2FB}" presName="Space" presStyleCnt="0">
        <dgm:presLayoutVars>
          <dgm:chMax val="0"/>
          <dgm:chPref val="0"/>
        </dgm:presLayoutVars>
      </dgm:prSet>
      <dgm:spPr/>
    </dgm:pt>
    <dgm:pt modelId="{8063210E-8264-4245-9DD2-2C1B877287E9}" type="pres">
      <dgm:prSet presAssocID="{EE0AEA42-1BDF-438B-AEA3-B8C76DFA63CD}" presName="ConnectorComposite" presStyleCnt="0"/>
      <dgm:spPr/>
    </dgm:pt>
    <dgm:pt modelId="{B9ECFD80-200A-4DB3-B7EF-BC02F2991A45}" type="pres">
      <dgm:prSet presAssocID="{EE0AEA42-1BDF-438B-AEA3-B8C76DFA63CD}" presName="TopSpacing" presStyleCnt="0"/>
      <dgm:spPr/>
    </dgm:pt>
    <dgm:pt modelId="{1F872309-DCDA-4C1D-8F49-97CA9C2E2267}" type="pres">
      <dgm:prSet presAssocID="{EE0AEA42-1BDF-438B-AEA3-B8C76DFA63CD}" presName="Connector" presStyleLbl="alignNode1" presStyleIdx="1" presStyleCnt="7"/>
      <dgm:spPr/>
    </dgm:pt>
    <dgm:pt modelId="{7759ACFB-3DF0-4026-8E38-31330B3EE488}" type="pres">
      <dgm:prSet presAssocID="{EE0AEA42-1BDF-438B-AEA3-B8C76DFA63CD}" presName="BottomSpacing" presStyleCnt="0"/>
      <dgm:spPr/>
    </dgm:pt>
    <dgm:pt modelId="{0DCFC401-CF0F-40A5-A8FC-D051EF5938B4}" type="pres">
      <dgm:prSet presAssocID="{4E0535A7-71C9-491E-9E88-A0C9805CABCC}" presName="composite" presStyleCnt="0"/>
      <dgm:spPr/>
    </dgm:pt>
    <dgm:pt modelId="{1793C665-3740-4A47-B544-08C0AA7E25C5}" type="pres">
      <dgm:prSet presAssocID="{4E0535A7-71C9-491E-9E88-A0C9805CABCC}" presName="Accent" presStyleLbl="alignNode1" presStyleIdx="2" presStyleCnt="7" custScaleX="173996">
        <dgm:presLayoutVars>
          <dgm:chMax val="0"/>
          <dgm:chPref val="0"/>
        </dgm:presLayoutVars>
      </dgm:prSet>
      <dgm:spPr>
        <a:solidFill>
          <a:srgbClr val="7030A0"/>
        </a:solidFill>
        <a:ln>
          <a:noFill/>
        </a:ln>
      </dgm:spPr>
    </dgm:pt>
    <dgm:pt modelId="{365C09B9-47DF-438A-8140-08CF737C4408}" type="pres">
      <dgm:prSet presAssocID="{4E0535A7-71C9-491E-9E88-A0C9805CABCC}" presName="Image" presStyleLbl="bgImgPlace1" presStyleIdx="1" presStyleCnt="4" custScaleX="90139" custLinFactX="-100000" custLinFactNeighborX="-109164" custLinFactNeighborY="7465">
        <dgm:presLayoutVars>
          <dgm:chMax val="0"/>
          <dgm:chPref val="0"/>
          <dgm:bulletEnabled val="1"/>
        </dgm:presLayoutVars>
      </dgm:prSet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6000" b="-16000"/>
          </a:stretch>
        </a:blipFill>
      </dgm:spPr>
    </dgm:pt>
    <dgm:pt modelId="{C5D3DA6F-9A45-4DE2-ACFF-B64B89F5B99C}" type="pres">
      <dgm:prSet presAssocID="{4E0535A7-71C9-491E-9E88-A0C9805CABCC}" presName="Parent" presStyleLbl="fgAccFollowNode1" presStyleIdx="1" presStyleCnt="4" custScaleX="193483">
        <dgm:presLayoutVars>
          <dgm:chMax val="0"/>
          <dgm:chPref val="0"/>
          <dgm:bulletEnabled val="1"/>
        </dgm:presLayoutVars>
      </dgm:prSet>
      <dgm:spPr/>
    </dgm:pt>
    <dgm:pt modelId="{44B01044-63E7-4ED3-9C08-5AB18EE6F979}" type="pres">
      <dgm:prSet presAssocID="{4E0535A7-71C9-491E-9E88-A0C9805CABCC}" presName="Space" presStyleCnt="0">
        <dgm:presLayoutVars>
          <dgm:chMax val="0"/>
          <dgm:chPref val="0"/>
        </dgm:presLayoutVars>
      </dgm:prSet>
      <dgm:spPr/>
    </dgm:pt>
    <dgm:pt modelId="{A6B0CA9A-3698-48AC-914C-D651553BE8B8}" type="pres">
      <dgm:prSet presAssocID="{1D10F29B-201B-408B-BC18-04425C2E16B9}" presName="ConnectorComposite" presStyleCnt="0"/>
      <dgm:spPr/>
    </dgm:pt>
    <dgm:pt modelId="{544623BB-B66C-451D-83F6-BF8118F65D28}" type="pres">
      <dgm:prSet presAssocID="{1D10F29B-201B-408B-BC18-04425C2E16B9}" presName="TopSpacing" presStyleCnt="0"/>
      <dgm:spPr/>
    </dgm:pt>
    <dgm:pt modelId="{375E6ED0-7B37-4E6C-BA5E-E2C1A79A5006}" type="pres">
      <dgm:prSet presAssocID="{1D10F29B-201B-408B-BC18-04425C2E16B9}" presName="Connector" presStyleLbl="alignNode1" presStyleIdx="3" presStyleCnt="7"/>
      <dgm:spPr/>
    </dgm:pt>
    <dgm:pt modelId="{7D598565-7894-4D00-BD19-6D368C5C1EF6}" type="pres">
      <dgm:prSet presAssocID="{1D10F29B-201B-408B-BC18-04425C2E16B9}" presName="BottomSpacing" presStyleCnt="0"/>
      <dgm:spPr/>
    </dgm:pt>
    <dgm:pt modelId="{D9B582F6-A6E7-41BD-ACAF-0F91054EDFDD}" type="pres">
      <dgm:prSet presAssocID="{01376C91-B62F-4496-AF8F-15887E6D0318}" presName="composite" presStyleCnt="0"/>
      <dgm:spPr/>
    </dgm:pt>
    <dgm:pt modelId="{54113C5B-2DAC-4765-AC2A-C30C7C118C2E}" type="pres">
      <dgm:prSet presAssocID="{01376C91-B62F-4496-AF8F-15887E6D0318}" presName="Accent" presStyleLbl="alignNode1" presStyleIdx="4" presStyleCnt="7" custScaleX="174259">
        <dgm:presLayoutVars>
          <dgm:chMax val="0"/>
          <dgm:chPref val="0"/>
        </dgm:presLayoutVars>
      </dgm:prSet>
      <dgm:spPr>
        <a:solidFill>
          <a:srgbClr val="FF2F2F"/>
        </a:solidFill>
        <a:ln>
          <a:noFill/>
        </a:ln>
      </dgm:spPr>
    </dgm:pt>
    <dgm:pt modelId="{B54EAED5-F450-43BB-B008-022CEF95D59C}" type="pres">
      <dgm:prSet presAssocID="{01376C91-B62F-4496-AF8F-15887E6D0318}" presName="Image" presStyleLbl="bgImgPlace1" presStyleIdx="2" presStyleCnt="4" custScaleX="155062" custScaleY="157359" custLinFactNeighborX="-87327" custLinFactNeighborY="-1809">
        <dgm:presLayoutVars>
          <dgm:chMax val="0"/>
          <dgm:chPref val="0"/>
          <dgm:bulletEnabled val="1"/>
        </dgm:presLayoutVars>
      </dgm:prSet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0000" b="-10000"/>
          </a:stretch>
        </a:blipFill>
      </dgm:spPr>
    </dgm:pt>
    <dgm:pt modelId="{99C600D2-55AF-4C35-A892-38F57ED27560}" type="pres">
      <dgm:prSet presAssocID="{01376C91-B62F-4496-AF8F-15887E6D0318}" presName="Parent" presStyleLbl="fgAccFollowNode1" presStyleIdx="2" presStyleCnt="4" custScaleX="195284" custScaleY="97889">
        <dgm:presLayoutVars>
          <dgm:chMax val="0"/>
          <dgm:chPref val="0"/>
          <dgm:bulletEnabled val="1"/>
        </dgm:presLayoutVars>
      </dgm:prSet>
      <dgm:spPr/>
    </dgm:pt>
    <dgm:pt modelId="{03C5B902-8BC5-4F44-846E-D9444AA861F6}" type="pres">
      <dgm:prSet presAssocID="{01376C91-B62F-4496-AF8F-15887E6D0318}" presName="Space" presStyleCnt="0">
        <dgm:presLayoutVars>
          <dgm:chMax val="0"/>
          <dgm:chPref val="0"/>
        </dgm:presLayoutVars>
      </dgm:prSet>
      <dgm:spPr/>
    </dgm:pt>
    <dgm:pt modelId="{334FF147-3EF7-422C-B146-27145E94A6D0}" type="pres">
      <dgm:prSet presAssocID="{48FD711B-1623-461C-BD0C-1DED131D8078}" presName="ConnectorComposite" presStyleCnt="0"/>
      <dgm:spPr/>
    </dgm:pt>
    <dgm:pt modelId="{872EEA20-72C5-49B3-9A7B-B6BE5FD3A9B6}" type="pres">
      <dgm:prSet presAssocID="{48FD711B-1623-461C-BD0C-1DED131D8078}" presName="TopSpacing" presStyleCnt="0"/>
      <dgm:spPr/>
    </dgm:pt>
    <dgm:pt modelId="{9AFB236C-43D9-4938-9AC7-6DF046FD19A1}" type="pres">
      <dgm:prSet presAssocID="{48FD711B-1623-461C-BD0C-1DED131D8078}" presName="Connector" presStyleLbl="alignNode1" presStyleIdx="5" presStyleCnt="7"/>
      <dgm:spPr/>
    </dgm:pt>
    <dgm:pt modelId="{1BF9AC12-F1C3-4457-81F6-9DF0303B8772}" type="pres">
      <dgm:prSet presAssocID="{48FD711B-1623-461C-BD0C-1DED131D8078}" presName="BottomSpacing" presStyleCnt="0"/>
      <dgm:spPr/>
    </dgm:pt>
    <dgm:pt modelId="{AE096B4B-9B75-4316-8870-F6E85A3901C5}" type="pres">
      <dgm:prSet presAssocID="{D8A40626-65F4-4C48-BD1A-693B5CC45B63}" presName="composite" presStyleCnt="0"/>
      <dgm:spPr/>
    </dgm:pt>
    <dgm:pt modelId="{7E6BF94D-0B19-4F10-827B-754F895A0273}" type="pres">
      <dgm:prSet presAssocID="{D8A40626-65F4-4C48-BD1A-693B5CC45B63}" presName="Accent" presStyleLbl="alignNode1" presStyleIdx="6" presStyleCnt="7" custScaleX="165002">
        <dgm:presLayoutVars>
          <dgm:chMax val="0"/>
          <dgm:chPref val="0"/>
        </dgm:presLayoutVars>
      </dgm:prSet>
      <dgm:spPr>
        <a:solidFill>
          <a:schemeClr val="accent4"/>
        </a:solidFill>
        <a:ln>
          <a:noFill/>
        </a:ln>
      </dgm:spPr>
    </dgm:pt>
    <dgm:pt modelId="{D27E898C-8703-444F-9C27-99373570A1B5}" type="pres">
      <dgm:prSet presAssocID="{D8A40626-65F4-4C48-BD1A-693B5CC45B63}" presName="Image" presStyleLbl="bgImgPlace1" presStyleIdx="3" presStyleCnt="4" custScaleX="88672" custScaleY="100024" custLinFactX="-100000" custLinFactNeighborX="-100434" custLinFactNeighborY="1682">
        <dgm:presLayoutVars>
          <dgm:chMax val="0"/>
          <dgm:chPref val="0"/>
          <dgm:bulletEnabled val="1"/>
        </dgm:presLayoutVars>
      </dgm:prSet>
      <dgm:spPr>
        <a:blipFill dpi="0" rotWithShape="1">
          <a:blip xmlns:r="http://schemas.openxmlformats.org/officeDocument/2006/relationships" r:embed="rId4"/>
          <a:srcRect/>
          <a:stretch>
            <a:fillRect l="14986" t="2382" r="13206" b="-40"/>
          </a:stretch>
        </a:blipFill>
      </dgm:spPr>
    </dgm:pt>
    <dgm:pt modelId="{AB0378D3-53DD-4A27-BD76-9814B0F9F2B9}" type="pres">
      <dgm:prSet presAssocID="{D8A40626-65F4-4C48-BD1A-693B5CC45B63}" presName="Parent" presStyleLbl="fgAccFollowNode1" presStyleIdx="3" presStyleCnt="4" custScaleX="181777">
        <dgm:presLayoutVars>
          <dgm:chMax val="0"/>
          <dgm:chPref val="0"/>
          <dgm:bulletEnabled val="1"/>
        </dgm:presLayoutVars>
      </dgm:prSet>
      <dgm:spPr/>
    </dgm:pt>
    <dgm:pt modelId="{C1FA56B8-60DE-4B33-90CD-1FC2747CBB70}" type="pres">
      <dgm:prSet presAssocID="{D8A40626-65F4-4C48-BD1A-693B5CC45B63}" presName="Space" presStyleCnt="0">
        <dgm:presLayoutVars>
          <dgm:chMax val="0"/>
          <dgm:chPref val="0"/>
        </dgm:presLayoutVars>
      </dgm:prSet>
      <dgm:spPr/>
    </dgm:pt>
  </dgm:ptLst>
  <dgm:cxnLst>
    <dgm:cxn modelId="{1C1CF11A-947F-4140-AD7D-150F48E28120}" type="presOf" srcId="{4E0535A7-71C9-491E-9E88-A0C9805CABCC}" destId="{C5D3DA6F-9A45-4DE2-ACFF-B64B89F5B99C}" srcOrd="0" destOrd="0" presId="urn:microsoft.com/office/officeart/2008/layout/AlternatingPictureCircles"/>
    <dgm:cxn modelId="{92B24B5E-F0C9-4C1B-9CC1-32EAD5213F1F}" type="presOf" srcId="{71746474-1C2C-4E5E-9562-BF0AB75EE2FB}" destId="{390FB762-1DBD-4ABB-BA20-44CB83FEF315}" srcOrd="0" destOrd="0" presId="urn:microsoft.com/office/officeart/2008/layout/AlternatingPictureCircles"/>
    <dgm:cxn modelId="{3402AC6B-BE26-4B23-A100-8C64E9FA26DE}" srcId="{46F0C3A7-44FC-4283-B2D3-E11278D2314A}" destId="{4E0535A7-71C9-491E-9E88-A0C9805CABCC}" srcOrd="1" destOrd="0" parTransId="{B5AC0C30-0B21-4E51-B2B8-D85D2E1B26EB}" sibTransId="{1D10F29B-201B-408B-BC18-04425C2E16B9}"/>
    <dgm:cxn modelId="{7B65C070-281F-4FDC-AD9C-2A2AB117B0F7}" type="presOf" srcId="{46F0C3A7-44FC-4283-B2D3-E11278D2314A}" destId="{9E550067-7944-4885-97EC-DB16602B4575}" srcOrd="0" destOrd="0" presId="urn:microsoft.com/office/officeart/2008/layout/AlternatingPictureCircles"/>
    <dgm:cxn modelId="{CD4C4872-EF23-4177-8126-ED3A7C53F9EA}" srcId="{46F0C3A7-44FC-4283-B2D3-E11278D2314A}" destId="{71746474-1C2C-4E5E-9562-BF0AB75EE2FB}" srcOrd="0" destOrd="0" parTransId="{83AAE527-0B8B-48B1-B7F8-C439A0366EF5}" sibTransId="{EE0AEA42-1BDF-438B-AEA3-B8C76DFA63CD}"/>
    <dgm:cxn modelId="{6D0BC088-FED7-4937-B507-426F9E4A1017}" type="presOf" srcId="{D8A40626-65F4-4C48-BD1A-693B5CC45B63}" destId="{AB0378D3-53DD-4A27-BD76-9814B0F9F2B9}" srcOrd="0" destOrd="0" presId="urn:microsoft.com/office/officeart/2008/layout/AlternatingPictureCircles"/>
    <dgm:cxn modelId="{B0B56AA8-3D43-44CE-9819-CE915F325C24}" srcId="{46F0C3A7-44FC-4283-B2D3-E11278D2314A}" destId="{D8A40626-65F4-4C48-BD1A-693B5CC45B63}" srcOrd="3" destOrd="0" parTransId="{A6CFE72C-5D54-429B-8F7C-DE12E1F0BD58}" sibTransId="{8F10293B-C2FB-4576-A5D7-114C57AAEB4F}"/>
    <dgm:cxn modelId="{411790CC-5A8E-4783-B358-3BA9FB6C721D}" type="presOf" srcId="{01376C91-B62F-4496-AF8F-15887E6D0318}" destId="{99C600D2-55AF-4C35-A892-38F57ED27560}" srcOrd="0" destOrd="0" presId="urn:microsoft.com/office/officeart/2008/layout/AlternatingPictureCircles"/>
    <dgm:cxn modelId="{84A507E4-0658-4DB7-9095-206B4B376271}" srcId="{46F0C3A7-44FC-4283-B2D3-E11278D2314A}" destId="{01376C91-B62F-4496-AF8F-15887E6D0318}" srcOrd="2" destOrd="0" parTransId="{CDC67CF4-37F1-47EC-B86F-BB0AD0505834}" sibTransId="{48FD711B-1623-461C-BD0C-1DED131D8078}"/>
    <dgm:cxn modelId="{989DF837-B1E6-444B-BDC8-A52298A968DB}" type="presParOf" srcId="{9E550067-7944-4885-97EC-DB16602B4575}" destId="{F44ECEB4-4E54-49FB-8144-B54D3649BA04}" srcOrd="0" destOrd="0" presId="urn:microsoft.com/office/officeart/2008/layout/AlternatingPictureCircles"/>
    <dgm:cxn modelId="{6C4469CA-2DF2-4127-93E0-564AD746C28C}" type="presParOf" srcId="{F44ECEB4-4E54-49FB-8144-B54D3649BA04}" destId="{06F35C4C-3F64-404A-AA1A-7DC13DC67B15}" srcOrd="0" destOrd="0" presId="urn:microsoft.com/office/officeart/2008/layout/AlternatingPictureCircles"/>
    <dgm:cxn modelId="{098385F9-499A-47BF-97F4-4C09A728BCAA}" type="presParOf" srcId="{F44ECEB4-4E54-49FB-8144-B54D3649BA04}" destId="{E5481AFE-E209-43DC-9013-29030F2F0053}" srcOrd="1" destOrd="0" presId="urn:microsoft.com/office/officeart/2008/layout/AlternatingPictureCircles"/>
    <dgm:cxn modelId="{BB7DED2D-14E9-475F-ABA0-68F7EDB8418E}" type="presParOf" srcId="{F44ECEB4-4E54-49FB-8144-B54D3649BA04}" destId="{390FB762-1DBD-4ABB-BA20-44CB83FEF315}" srcOrd="2" destOrd="0" presId="urn:microsoft.com/office/officeart/2008/layout/AlternatingPictureCircles"/>
    <dgm:cxn modelId="{D0F484D4-4C42-4727-8D16-3AAB326242B3}" type="presParOf" srcId="{F44ECEB4-4E54-49FB-8144-B54D3649BA04}" destId="{DD147BC6-8038-483A-8F59-A2D8099640DE}" srcOrd="3" destOrd="0" presId="urn:microsoft.com/office/officeart/2008/layout/AlternatingPictureCircles"/>
    <dgm:cxn modelId="{17A69BA6-4264-4149-A29D-FD2D414359EA}" type="presParOf" srcId="{9E550067-7944-4885-97EC-DB16602B4575}" destId="{8063210E-8264-4245-9DD2-2C1B877287E9}" srcOrd="1" destOrd="0" presId="urn:microsoft.com/office/officeart/2008/layout/AlternatingPictureCircles"/>
    <dgm:cxn modelId="{DD00E33A-FE33-4947-A5C5-5FF8819F9ABA}" type="presParOf" srcId="{8063210E-8264-4245-9DD2-2C1B877287E9}" destId="{B9ECFD80-200A-4DB3-B7EF-BC02F2991A45}" srcOrd="0" destOrd="0" presId="urn:microsoft.com/office/officeart/2008/layout/AlternatingPictureCircles"/>
    <dgm:cxn modelId="{118DFDCE-2415-479B-B17F-924AE722A1F1}" type="presParOf" srcId="{8063210E-8264-4245-9DD2-2C1B877287E9}" destId="{1F872309-DCDA-4C1D-8F49-97CA9C2E2267}" srcOrd="1" destOrd="0" presId="urn:microsoft.com/office/officeart/2008/layout/AlternatingPictureCircles"/>
    <dgm:cxn modelId="{0C734426-FC8A-4B5C-8FA8-C3BB93D3FAEB}" type="presParOf" srcId="{8063210E-8264-4245-9DD2-2C1B877287E9}" destId="{7759ACFB-3DF0-4026-8E38-31330B3EE488}" srcOrd="2" destOrd="0" presId="urn:microsoft.com/office/officeart/2008/layout/AlternatingPictureCircles"/>
    <dgm:cxn modelId="{40E74FDE-9358-4D2F-81F5-A5E6A80CFE9A}" type="presParOf" srcId="{9E550067-7944-4885-97EC-DB16602B4575}" destId="{0DCFC401-CF0F-40A5-A8FC-D051EF5938B4}" srcOrd="2" destOrd="0" presId="urn:microsoft.com/office/officeart/2008/layout/AlternatingPictureCircles"/>
    <dgm:cxn modelId="{A4ADB70B-2A1D-4816-AD97-CADD1D8D65A7}" type="presParOf" srcId="{0DCFC401-CF0F-40A5-A8FC-D051EF5938B4}" destId="{1793C665-3740-4A47-B544-08C0AA7E25C5}" srcOrd="0" destOrd="0" presId="urn:microsoft.com/office/officeart/2008/layout/AlternatingPictureCircles"/>
    <dgm:cxn modelId="{C8A6F857-2F01-4622-A32F-A8624F9EA181}" type="presParOf" srcId="{0DCFC401-CF0F-40A5-A8FC-D051EF5938B4}" destId="{365C09B9-47DF-438A-8140-08CF737C4408}" srcOrd="1" destOrd="0" presId="urn:microsoft.com/office/officeart/2008/layout/AlternatingPictureCircles"/>
    <dgm:cxn modelId="{46FBE64D-ECE2-47E0-9C32-8CF80F64D52D}" type="presParOf" srcId="{0DCFC401-CF0F-40A5-A8FC-D051EF5938B4}" destId="{C5D3DA6F-9A45-4DE2-ACFF-B64B89F5B99C}" srcOrd="2" destOrd="0" presId="urn:microsoft.com/office/officeart/2008/layout/AlternatingPictureCircles"/>
    <dgm:cxn modelId="{AD0579D8-3E56-4EFE-AB96-264855B9398F}" type="presParOf" srcId="{0DCFC401-CF0F-40A5-A8FC-D051EF5938B4}" destId="{44B01044-63E7-4ED3-9C08-5AB18EE6F979}" srcOrd="3" destOrd="0" presId="urn:microsoft.com/office/officeart/2008/layout/AlternatingPictureCircles"/>
    <dgm:cxn modelId="{1A5B444E-44D5-4E75-B65A-590CEB99E403}" type="presParOf" srcId="{9E550067-7944-4885-97EC-DB16602B4575}" destId="{A6B0CA9A-3698-48AC-914C-D651553BE8B8}" srcOrd="3" destOrd="0" presId="urn:microsoft.com/office/officeart/2008/layout/AlternatingPictureCircles"/>
    <dgm:cxn modelId="{15E3E7F3-9E0F-4603-8E4F-2FE83DD91358}" type="presParOf" srcId="{A6B0CA9A-3698-48AC-914C-D651553BE8B8}" destId="{544623BB-B66C-451D-83F6-BF8118F65D28}" srcOrd="0" destOrd="0" presId="urn:microsoft.com/office/officeart/2008/layout/AlternatingPictureCircles"/>
    <dgm:cxn modelId="{C7613202-F7C0-4152-803E-C7975DE8262D}" type="presParOf" srcId="{A6B0CA9A-3698-48AC-914C-D651553BE8B8}" destId="{375E6ED0-7B37-4E6C-BA5E-E2C1A79A5006}" srcOrd="1" destOrd="0" presId="urn:microsoft.com/office/officeart/2008/layout/AlternatingPictureCircles"/>
    <dgm:cxn modelId="{FAD5777D-44A7-4518-A482-F4FEFE6FF420}" type="presParOf" srcId="{A6B0CA9A-3698-48AC-914C-D651553BE8B8}" destId="{7D598565-7894-4D00-BD19-6D368C5C1EF6}" srcOrd="2" destOrd="0" presId="urn:microsoft.com/office/officeart/2008/layout/AlternatingPictureCircles"/>
    <dgm:cxn modelId="{92C5B0D1-431A-499F-AEFF-1D2B32265A78}" type="presParOf" srcId="{9E550067-7944-4885-97EC-DB16602B4575}" destId="{D9B582F6-A6E7-41BD-ACAF-0F91054EDFDD}" srcOrd="4" destOrd="0" presId="urn:microsoft.com/office/officeart/2008/layout/AlternatingPictureCircles"/>
    <dgm:cxn modelId="{2434C15B-2630-4DBF-808E-D4D924C02D42}" type="presParOf" srcId="{D9B582F6-A6E7-41BD-ACAF-0F91054EDFDD}" destId="{54113C5B-2DAC-4765-AC2A-C30C7C118C2E}" srcOrd="0" destOrd="0" presId="urn:microsoft.com/office/officeart/2008/layout/AlternatingPictureCircles"/>
    <dgm:cxn modelId="{F09640A0-9384-4892-A0AE-4C3062987E93}" type="presParOf" srcId="{D9B582F6-A6E7-41BD-ACAF-0F91054EDFDD}" destId="{B54EAED5-F450-43BB-B008-022CEF95D59C}" srcOrd="1" destOrd="0" presId="urn:microsoft.com/office/officeart/2008/layout/AlternatingPictureCircles"/>
    <dgm:cxn modelId="{4DA34D19-5D44-439A-950A-731E4C6A77C2}" type="presParOf" srcId="{D9B582F6-A6E7-41BD-ACAF-0F91054EDFDD}" destId="{99C600D2-55AF-4C35-A892-38F57ED27560}" srcOrd="2" destOrd="0" presId="urn:microsoft.com/office/officeart/2008/layout/AlternatingPictureCircles"/>
    <dgm:cxn modelId="{899D2BCE-451A-4695-A678-0DCACD1FE38C}" type="presParOf" srcId="{D9B582F6-A6E7-41BD-ACAF-0F91054EDFDD}" destId="{03C5B902-8BC5-4F44-846E-D9444AA861F6}" srcOrd="3" destOrd="0" presId="urn:microsoft.com/office/officeart/2008/layout/AlternatingPictureCircles"/>
    <dgm:cxn modelId="{1D87B299-3B5A-4EB4-99BD-7F320C526AA1}" type="presParOf" srcId="{9E550067-7944-4885-97EC-DB16602B4575}" destId="{334FF147-3EF7-422C-B146-27145E94A6D0}" srcOrd="5" destOrd="0" presId="urn:microsoft.com/office/officeart/2008/layout/AlternatingPictureCircles"/>
    <dgm:cxn modelId="{2ADDB72A-3B12-4F6F-8F07-CD8DFBB531E4}" type="presParOf" srcId="{334FF147-3EF7-422C-B146-27145E94A6D0}" destId="{872EEA20-72C5-49B3-9A7B-B6BE5FD3A9B6}" srcOrd="0" destOrd="0" presId="urn:microsoft.com/office/officeart/2008/layout/AlternatingPictureCircles"/>
    <dgm:cxn modelId="{6205DEBA-DA2C-477D-80EC-34F70DE4A910}" type="presParOf" srcId="{334FF147-3EF7-422C-B146-27145E94A6D0}" destId="{9AFB236C-43D9-4938-9AC7-6DF046FD19A1}" srcOrd="1" destOrd="0" presId="urn:microsoft.com/office/officeart/2008/layout/AlternatingPictureCircles"/>
    <dgm:cxn modelId="{EFECEF6F-23C3-4068-9BD8-C0185E3BA5A7}" type="presParOf" srcId="{334FF147-3EF7-422C-B146-27145E94A6D0}" destId="{1BF9AC12-F1C3-4457-81F6-9DF0303B8772}" srcOrd="2" destOrd="0" presId="urn:microsoft.com/office/officeart/2008/layout/AlternatingPictureCircles"/>
    <dgm:cxn modelId="{B9D552B3-1CC5-4AD5-B1A7-E3C7BD65AA2E}" type="presParOf" srcId="{9E550067-7944-4885-97EC-DB16602B4575}" destId="{AE096B4B-9B75-4316-8870-F6E85A3901C5}" srcOrd="6" destOrd="0" presId="urn:microsoft.com/office/officeart/2008/layout/AlternatingPictureCircles"/>
    <dgm:cxn modelId="{981CFFDC-B2B8-42C9-8EBE-505230B937F0}" type="presParOf" srcId="{AE096B4B-9B75-4316-8870-F6E85A3901C5}" destId="{7E6BF94D-0B19-4F10-827B-754F895A0273}" srcOrd="0" destOrd="0" presId="urn:microsoft.com/office/officeart/2008/layout/AlternatingPictureCircles"/>
    <dgm:cxn modelId="{0328906D-3A59-44D6-8D7C-3BBF46E66E2B}" type="presParOf" srcId="{AE096B4B-9B75-4316-8870-F6E85A3901C5}" destId="{D27E898C-8703-444F-9C27-99373570A1B5}" srcOrd="1" destOrd="0" presId="urn:microsoft.com/office/officeart/2008/layout/AlternatingPictureCircles"/>
    <dgm:cxn modelId="{4D561D61-94E2-4EF8-8DBB-24513728AE34}" type="presParOf" srcId="{AE096B4B-9B75-4316-8870-F6E85A3901C5}" destId="{AB0378D3-53DD-4A27-BD76-9814B0F9F2B9}" srcOrd="2" destOrd="0" presId="urn:microsoft.com/office/officeart/2008/layout/AlternatingPictureCircles"/>
    <dgm:cxn modelId="{A5145254-2552-434F-A289-F39973225AE6}" type="presParOf" srcId="{AE096B4B-9B75-4316-8870-F6E85A3901C5}" destId="{C1FA56B8-60DE-4B33-90CD-1FC2747CBB70}" srcOrd="3" destOrd="0" presId="urn:microsoft.com/office/officeart/2008/layout/AlternatingPictureCircles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9EFE62B-5861-46F2-84BF-2C3CC380A9B7}" type="doc">
      <dgm:prSet loTypeId="urn:microsoft.com/office/officeart/2005/8/layout/vList5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12AC237-82FB-4E7A-AA8D-365D4EFC79EC}">
      <dgm:prSet/>
      <dgm:spPr/>
      <dgm:t>
        <a:bodyPr/>
        <a:lstStyle/>
        <a:p>
          <a:r>
            <a:rPr lang="fr-FR"/>
            <a:t>Nouvelles fonctionnalités potentielles</a:t>
          </a:r>
          <a:endParaRPr lang="en-US"/>
        </a:p>
      </dgm:t>
    </dgm:pt>
    <dgm:pt modelId="{8A41C0B5-5A98-4BB3-A887-26F62FC0ABD4}" type="parTrans" cxnId="{66E24C62-4439-420D-8B0B-5347041222ED}">
      <dgm:prSet/>
      <dgm:spPr/>
      <dgm:t>
        <a:bodyPr/>
        <a:lstStyle/>
        <a:p>
          <a:endParaRPr lang="en-US"/>
        </a:p>
      </dgm:t>
    </dgm:pt>
    <dgm:pt modelId="{E97309D7-A286-44C2-B60E-18AF6F97C165}" type="sibTrans" cxnId="{66E24C62-4439-420D-8B0B-5347041222ED}">
      <dgm:prSet/>
      <dgm:spPr/>
      <dgm:t>
        <a:bodyPr/>
        <a:lstStyle/>
        <a:p>
          <a:endParaRPr lang="en-US"/>
        </a:p>
      </dgm:t>
    </dgm:pt>
    <dgm:pt modelId="{00DEC9F5-AA3A-43AD-8FB5-A241BF5EA5BE}">
      <dgm:prSet/>
      <dgm:spPr/>
      <dgm:t>
        <a:bodyPr/>
        <a:lstStyle/>
        <a:p>
          <a:r>
            <a:rPr lang="fr-FR"/>
            <a:t>Consultation des profils de candidats (CV, mur personnel, informations détaillées)</a:t>
          </a:r>
          <a:endParaRPr lang="en-US"/>
        </a:p>
      </dgm:t>
    </dgm:pt>
    <dgm:pt modelId="{E63F4ADB-DE89-48B2-A916-AF6AEBA08B8C}" type="parTrans" cxnId="{DBD6A958-AFF3-46CE-8BB7-B52E39FE1155}">
      <dgm:prSet/>
      <dgm:spPr/>
      <dgm:t>
        <a:bodyPr/>
        <a:lstStyle/>
        <a:p>
          <a:endParaRPr lang="en-US"/>
        </a:p>
      </dgm:t>
    </dgm:pt>
    <dgm:pt modelId="{F1D1A287-F893-47D0-815F-40738A721609}" type="sibTrans" cxnId="{DBD6A958-AFF3-46CE-8BB7-B52E39FE1155}">
      <dgm:prSet/>
      <dgm:spPr/>
      <dgm:t>
        <a:bodyPr/>
        <a:lstStyle/>
        <a:p>
          <a:endParaRPr lang="en-US"/>
        </a:p>
      </dgm:t>
    </dgm:pt>
    <dgm:pt modelId="{6AF49912-0AB1-4D29-A353-9F52CCED14C0}">
      <dgm:prSet/>
      <dgm:spPr/>
      <dgm:t>
        <a:bodyPr/>
        <a:lstStyle/>
        <a:p>
          <a:r>
            <a:rPr lang="fr-FR" dirty="0"/>
            <a:t>Évaluations des prestataires et système de notation</a:t>
          </a:r>
          <a:endParaRPr lang="en-US" dirty="0"/>
        </a:p>
      </dgm:t>
    </dgm:pt>
    <dgm:pt modelId="{236FF4DC-E39E-448F-B9AB-517C499AABBA}" type="parTrans" cxnId="{99388D68-B872-47AF-9B38-4B6D93F848F4}">
      <dgm:prSet/>
      <dgm:spPr/>
      <dgm:t>
        <a:bodyPr/>
        <a:lstStyle/>
        <a:p>
          <a:endParaRPr lang="en-US"/>
        </a:p>
      </dgm:t>
    </dgm:pt>
    <dgm:pt modelId="{E4BB67FA-4C1F-4D7E-804D-A1D55F01BBB1}" type="sibTrans" cxnId="{99388D68-B872-47AF-9B38-4B6D93F848F4}">
      <dgm:prSet/>
      <dgm:spPr/>
      <dgm:t>
        <a:bodyPr/>
        <a:lstStyle/>
        <a:p>
          <a:endParaRPr lang="en-US"/>
        </a:p>
      </dgm:t>
    </dgm:pt>
    <dgm:pt modelId="{D8955C6C-83BC-4035-ABF8-810F4D695DED}">
      <dgm:prSet/>
      <dgm:spPr/>
      <dgm:t>
        <a:bodyPr/>
        <a:lstStyle/>
        <a:p>
          <a:r>
            <a:rPr lang="fr-FR"/>
            <a:t>Messagerie en temps réel pour une meilleure communication</a:t>
          </a:r>
          <a:endParaRPr lang="en-US"/>
        </a:p>
      </dgm:t>
    </dgm:pt>
    <dgm:pt modelId="{7F175F54-C712-439C-9860-6AD3FE9776CD}" type="parTrans" cxnId="{19EF0089-A617-4177-BADE-247F465D7422}">
      <dgm:prSet/>
      <dgm:spPr/>
      <dgm:t>
        <a:bodyPr/>
        <a:lstStyle/>
        <a:p>
          <a:endParaRPr lang="en-US"/>
        </a:p>
      </dgm:t>
    </dgm:pt>
    <dgm:pt modelId="{FEB0333A-5EC9-4474-B65B-33D9DC3F97D7}" type="sibTrans" cxnId="{19EF0089-A617-4177-BADE-247F465D7422}">
      <dgm:prSet/>
      <dgm:spPr/>
      <dgm:t>
        <a:bodyPr/>
        <a:lstStyle/>
        <a:p>
          <a:endParaRPr lang="en-US"/>
        </a:p>
      </dgm:t>
    </dgm:pt>
    <dgm:pt modelId="{CF3AEA52-3D88-4028-9E20-1B1F31C0B9CF}" type="pres">
      <dgm:prSet presAssocID="{69EFE62B-5861-46F2-84BF-2C3CC380A9B7}" presName="Name0" presStyleCnt="0">
        <dgm:presLayoutVars>
          <dgm:dir/>
          <dgm:animLvl val="lvl"/>
          <dgm:resizeHandles val="exact"/>
        </dgm:presLayoutVars>
      </dgm:prSet>
      <dgm:spPr/>
    </dgm:pt>
    <dgm:pt modelId="{146BCDFF-8232-41A3-8271-3F88AF447656}" type="pres">
      <dgm:prSet presAssocID="{C12AC237-82FB-4E7A-AA8D-365D4EFC79EC}" presName="linNode" presStyleCnt="0"/>
      <dgm:spPr/>
    </dgm:pt>
    <dgm:pt modelId="{FBA66B75-F0BA-4B70-B2DB-4B0CCC60C805}" type="pres">
      <dgm:prSet presAssocID="{C12AC237-82FB-4E7A-AA8D-365D4EFC79EC}" presName="parentText" presStyleLbl="node1" presStyleIdx="0" presStyleCnt="1">
        <dgm:presLayoutVars>
          <dgm:chMax val="1"/>
          <dgm:bulletEnabled val="1"/>
        </dgm:presLayoutVars>
      </dgm:prSet>
      <dgm:spPr/>
    </dgm:pt>
    <dgm:pt modelId="{CD9ABBDB-90B9-4630-B353-A8A40E2A927E}" type="pres">
      <dgm:prSet presAssocID="{C12AC237-82FB-4E7A-AA8D-365D4EFC79EC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6512401E-E348-48D4-97EE-F4C12D68E5B1}" type="presOf" srcId="{69EFE62B-5861-46F2-84BF-2C3CC380A9B7}" destId="{CF3AEA52-3D88-4028-9E20-1B1F31C0B9CF}" srcOrd="0" destOrd="0" presId="urn:microsoft.com/office/officeart/2005/8/layout/vList5"/>
    <dgm:cxn modelId="{CFE47F38-61A8-4004-A950-654FE524C33D}" type="presOf" srcId="{C12AC237-82FB-4E7A-AA8D-365D4EFC79EC}" destId="{FBA66B75-F0BA-4B70-B2DB-4B0CCC60C805}" srcOrd="0" destOrd="0" presId="urn:microsoft.com/office/officeart/2005/8/layout/vList5"/>
    <dgm:cxn modelId="{66E24C62-4439-420D-8B0B-5347041222ED}" srcId="{69EFE62B-5861-46F2-84BF-2C3CC380A9B7}" destId="{C12AC237-82FB-4E7A-AA8D-365D4EFC79EC}" srcOrd="0" destOrd="0" parTransId="{8A41C0B5-5A98-4BB3-A887-26F62FC0ABD4}" sibTransId="{E97309D7-A286-44C2-B60E-18AF6F97C165}"/>
    <dgm:cxn modelId="{99388D68-B872-47AF-9B38-4B6D93F848F4}" srcId="{C12AC237-82FB-4E7A-AA8D-365D4EFC79EC}" destId="{6AF49912-0AB1-4D29-A353-9F52CCED14C0}" srcOrd="1" destOrd="0" parTransId="{236FF4DC-E39E-448F-B9AB-517C499AABBA}" sibTransId="{E4BB67FA-4C1F-4D7E-804D-A1D55F01BBB1}"/>
    <dgm:cxn modelId="{DBD6A958-AFF3-46CE-8BB7-B52E39FE1155}" srcId="{C12AC237-82FB-4E7A-AA8D-365D4EFC79EC}" destId="{00DEC9F5-AA3A-43AD-8FB5-A241BF5EA5BE}" srcOrd="0" destOrd="0" parTransId="{E63F4ADB-DE89-48B2-A916-AF6AEBA08B8C}" sibTransId="{F1D1A287-F893-47D0-815F-40738A721609}"/>
    <dgm:cxn modelId="{19EF0089-A617-4177-BADE-247F465D7422}" srcId="{C12AC237-82FB-4E7A-AA8D-365D4EFC79EC}" destId="{D8955C6C-83BC-4035-ABF8-810F4D695DED}" srcOrd="2" destOrd="0" parTransId="{7F175F54-C712-439C-9860-6AD3FE9776CD}" sibTransId="{FEB0333A-5EC9-4474-B65B-33D9DC3F97D7}"/>
    <dgm:cxn modelId="{0F0F1C8E-00E2-470E-97C6-89BB9CF44022}" type="presOf" srcId="{D8955C6C-83BC-4035-ABF8-810F4D695DED}" destId="{CD9ABBDB-90B9-4630-B353-A8A40E2A927E}" srcOrd="0" destOrd="2" presId="urn:microsoft.com/office/officeart/2005/8/layout/vList5"/>
    <dgm:cxn modelId="{1E009593-4B29-49A1-BDF6-0DA4E93B5F62}" type="presOf" srcId="{6AF49912-0AB1-4D29-A353-9F52CCED14C0}" destId="{CD9ABBDB-90B9-4630-B353-A8A40E2A927E}" srcOrd="0" destOrd="1" presId="urn:microsoft.com/office/officeart/2005/8/layout/vList5"/>
    <dgm:cxn modelId="{0D41BEEB-7DF8-4ECA-BC0F-67036F18D0AA}" type="presOf" srcId="{00DEC9F5-AA3A-43AD-8FB5-A241BF5EA5BE}" destId="{CD9ABBDB-90B9-4630-B353-A8A40E2A927E}" srcOrd="0" destOrd="0" presId="urn:microsoft.com/office/officeart/2005/8/layout/vList5"/>
    <dgm:cxn modelId="{8D9E928B-BF71-4D2D-8CD3-930707B88046}" type="presParOf" srcId="{CF3AEA52-3D88-4028-9E20-1B1F31C0B9CF}" destId="{146BCDFF-8232-41A3-8271-3F88AF447656}" srcOrd="0" destOrd="0" presId="urn:microsoft.com/office/officeart/2005/8/layout/vList5"/>
    <dgm:cxn modelId="{4710DCDA-F944-4565-9520-850E012E9347}" type="presParOf" srcId="{146BCDFF-8232-41A3-8271-3F88AF447656}" destId="{FBA66B75-F0BA-4B70-B2DB-4B0CCC60C805}" srcOrd="0" destOrd="0" presId="urn:microsoft.com/office/officeart/2005/8/layout/vList5"/>
    <dgm:cxn modelId="{A8D43FC1-137E-4B7D-8B7F-6DC48D39AF3D}" type="presParOf" srcId="{146BCDFF-8232-41A3-8271-3F88AF447656}" destId="{CD9ABBDB-90B9-4630-B353-A8A40E2A927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292BAFE-3D9F-4537-AB14-19241E803A25}" type="doc">
      <dgm:prSet loTypeId="urn:microsoft.com/office/officeart/2005/8/layout/vList5" loCatId="list" qsTypeId="urn:microsoft.com/office/officeart/2005/8/quickstyle/simple2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E122976C-1D13-4015-A1B2-9E11B7486294}">
      <dgm:prSet/>
      <dgm:spPr/>
      <dgm:t>
        <a:bodyPr/>
        <a:lstStyle/>
        <a:p>
          <a:r>
            <a:rPr lang="fr-FR"/>
            <a:t>Développement d’une application mobile</a:t>
          </a:r>
          <a:endParaRPr lang="en-US"/>
        </a:p>
      </dgm:t>
    </dgm:pt>
    <dgm:pt modelId="{9EBE8799-F208-4322-B2CD-0736D2633403}" type="parTrans" cxnId="{E37E06FF-C001-4EC6-B156-54B803EC325C}">
      <dgm:prSet/>
      <dgm:spPr/>
      <dgm:t>
        <a:bodyPr/>
        <a:lstStyle/>
        <a:p>
          <a:endParaRPr lang="en-US"/>
        </a:p>
      </dgm:t>
    </dgm:pt>
    <dgm:pt modelId="{555BD0BE-5BE2-432E-A1AA-55162319F507}" type="sibTrans" cxnId="{E37E06FF-C001-4EC6-B156-54B803EC325C}">
      <dgm:prSet/>
      <dgm:spPr/>
      <dgm:t>
        <a:bodyPr/>
        <a:lstStyle/>
        <a:p>
          <a:endParaRPr lang="en-US"/>
        </a:p>
      </dgm:t>
    </dgm:pt>
    <dgm:pt modelId="{8CF134CD-BD2E-491C-A87A-D3D6F10C558E}">
      <dgm:prSet/>
      <dgm:spPr/>
      <dgm:t>
        <a:bodyPr/>
        <a:lstStyle/>
        <a:p>
          <a:r>
            <a:rPr lang="fr-FR"/>
            <a:t>Pour faciliter l’accès et l’utilisation de la plateforme à tout moment. </a:t>
          </a:r>
          <a:endParaRPr lang="en-US"/>
        </a:p>
      </dgm:t>
    </dgm:pt>
    <dgm:pt modelId="{C89D5FBC-64AF-46CE-81D1-F834EB05D034}" type="parTrans" cxnId="{2023A829-E43D-4FEB-98B2-80BB2EAAE7E8}">
      <dgm:prSet/>
      <dgm:spPr/>
      <dgm:t>
        <a:bodyPr/>
        <a:lstStyle/>
        <a:p>
          <a:endParaRPr lang="en-US"/>
        </a:p>
      </dgm:t>
    </dgm:pt>
    <dgm:pt modelId="{EC3BBEC9-65B0-493A-9BF3-01F584FC7627}" type="sibTrans" cxnId="{2023A829-E43D-4FEB-98B2-80BB2EAAE7E8}">
      <dgm:prSet/>
      <dgm:spPr/>
      <dgm:t>
        <a:bodyPr/>
        <a:lstStyle/>
        <a:p>
          <a:endParaRPr lang="en-US"/>
        </a:p>
      </dgm:t>
    </dgm:pt>
    <dgm:pt modelId="{51F47C41-58B2-4632-BFBC-355AB6626EAA}">
      <dgm:prSet/>
      <dgm:spPr/>
      <dgm:t>
        <a:bodyPr/>
        <a:lstStyle/>
        <a:p>
          <a:r>
            <a:rPr lang="fr-FR"/>
            <a:t>Déploiement sur le cloud</a:t>
          </a:r>
          <a:endParaRPr lang="en-US"/>
        </a:p>
      </dgm:t>
    </dgm:pt>
    <dgm:pt modelId="{FBFB167D-169F-49B2-A25D-A619B7D114A7}" type="parTrans" cxnId="{62734C4F-7CA8-434B-B031-F1BD8FF8850E}">
      <dgm:prSet/>
      <dgm:spPr/>
      <dgm:t>
        <a:bodyPr/>
        <a:lstStyle/>
        <a:p>
          <a:endParaRPr lang="en-US"/>
        </a:p>
      </dgm:t>
    </dgm:pt>
    <dgm:pt modelId="{FFF65031-3458-41AA-8E8A-7A92746F67C6}" type="sibTrans" cxnId="{62734C4F-7CA8-434B-B031-F1BD8FF8850E}">
      <dgm:prSet/>
      <dgm:spPr/>
      <dgm:t>
        <a:bodyPr/>
        <a:lstStyle/>
        <a:p>
          <a:endParaRPr lang="en-US"/>
        </a:p>
      </dgm:t>
    </dgm:pt>
    <dgm:pt modelId="{734FBD7A-E379-403C-95D0-6E8A8528E0CA}">
      <dgm:prSet/>
      <dgm:spPr/>
      <dgm:t>
        <a:bodyPr/>
        <a:lstStyle/>
        <a:p>
          <a:r>
            <a:rPr lang="fr-FR"/>
            <a:t>Pour assurer la scalabilité, la haute disponibilité et de meilleures performances.</a:t>
          </a:r>
          <a:endParaRPr lang="en-US"/>
        </a:p>
      </dgm:t>
    </dgm:pt>
    <dgm:pt modelId="{F9676C60-3910-4D1E-AC43-4FC6BFDF3F0E}" type="parTrans" cxnId="{8FF9425C-107F-42CF-A6F5-AE64CE64067C}">
      <dgm:prSet/>
      <dgm:spPr/>
      <dgm:t>
        <a:bodyPr/>
        <a:lstStyle/>
        <a:p>
          <a:endParaRPr lang="en-US"/>
        </a:p>
      </dgm:t>
    </dgm:pt>
    <dgm:pt modelId="{12F544F8-ACDA-4AEC-8A9C-39674CDDED6C}" type="sibTrans" cxnId="{8FF9425C-107F-42CF-A6F5-AE64CE64067C}">
      <dgm:prSet/>
      <dgm:spPr/>
      <dgm:t>
        <a:bodyPr/>
        <a:lstStyle/>
        <a:p>
          <a:endParaRPr lang="en-US"/>
        </a:p>
      </dgm:t>
    </dgm:pt>
    <dgm:pt modelId="{4AE578FF-AF9E-4EB2-A476-379A6DDDDDEB}" type="pres">
      <dgm:prSet presAssocID="{0292BAFE-3D9F-4537-AB14-19241E803A25}" presName="Name0" presStyleCnt="0">
        <dgm:presLayoutVars>
          <dgm:dir/>
          <dgm:animLvl val="lvl"/>
          <dgm:resizeHandles val="exact"/>
        </dgm:presLayoutVars>
      </dgm:prSet>
      <dgm:spPr/>
    </dgm:pt>
    <dgm:pt modelId="{E0B8003A-F8E6-47C4-92F6-431BF447F9E4}" type="pres">
      <dgm:prSet presAssocID="{E122976C-1D13-4015-A1B2-9E11B7486294}" presName="linNode" presStyleCnt="0"/>
      <dgm:spPr/>
    </dgm:pt>
    <dgm:pt modelId="{53C483BC-14B5-487D-BF55-2B18BF93F91E}" type="pres">
      <dgm:prSet presAssocID="{E122976C-1D13-4015-A1B2-9E11B7486294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48CA459A-1E13-4B5C-B70B-74D11DDB35B0}" type="pres">
      <dgm:prSet presAssocID="{E122976C-1D13-4015-A1B2-9E11B7486294}" presName="descendantText" presStyleLbl="alignAccFollowNode1" presStyleIdx="0" presStyleCnt="2">
        <dgm:presLayoutVars>
          <dgm:bulletEnabled val="1"/>
        </dgm:presLayoutVars>
      </dgm:prSet>
      <dgm:spPr/>
    </dgm:pt>
    <dgm:pt modelId="{03A5428A-7C27-409C-9531-7A34B745D510}" type="pres">
      <dgm:prSet presAssocID="{555BD0BE-5BE2-432E-A1AA-55162319F507}" presName="sp" presStyleCnt="0"/>
      <dgm:spPr/>
    </dgm:pt>
    <dgm:pt modelId="{C0A982FC-6927-44CC-BC8C-0CF7CA3A733D}" type="pres">
      <dgm:prSet presAssocID="{51F47C41-58B2-4632-BFBC-355AB6626EAA}" presName="linNode" presStyleCnt="0"/>
      <dgm:spPr/>
    </dgm:pt>
    <dgm:pt modelId="{C4BCAE4C-80B7-4585-8CA0-5ABEAEC550E4}" type="pres">
      <dgm:prSet presAssocID="{51F47C41-58B2-4632-BFBC-355AB6626EAA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1BD32FAF-F04D-4786-A6C3-A7AA6BDEF232}" type="pres">
      <dgm:prSet presAssocID="{51F47C41-58B2-4632-BFBC-355AB6626EAA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87DEE412-46FB-40C5-BB9D-6ED7219E6158}" type="presOf" srcId="{0292BAFE-3D9F-4537-AB14-19241E803A25}" destId="{4AE578FF-AF9E-4EB2-A476-379A6DDDDDEB}" srcOrd="0" destOrd="0" presId="urn:microsoft.com/office/officeart/2005/8/layout/vList5"/>
    <dgm:cxn modelId="{2023A829-E43D-4FEB-98B2-80BB2EAAE7E8}" srcId="{E122976C-1D13-4015-A1B2-9E11B7486294}" destId="{8CF134CD-BD2E-491C-A87A-D3D6F10C558E}" srcOrd="0" destOrd="0" parTransId="{C89D5FBC-64AF-46CE-81D1-F834EB05D034}" sibTransId="{EC3BBEC9-65B0-493A-9BF3-01F584FC7627}"/>
    <dgm:cxn modelId="{8FF9425C-107F-42CF-A6F5-AE64CE64067C}" srcId="{51F47C41-58B2-4632-BFBC-355AB6626EAA}" destId="{734FBD7A-E379-403C-95D0-6E8A8528E0CA}" srcOrd="0" destOrd="0" parTransId="{F9676C60-3910-4D1E-AC43-4FC6BFDF3F0E}" sibTransId="{12F544F8-ACDA-4AEC-8A9C-39674CDDED6C}"/>
    <dgm:cxn modelId="{7218B75F-3912-410E-B99E-AE38685FBB23}" type="presOf" srcId="{734FBD7A-E379-403C-95D0-6E8A8528E0CA}" destId="{1BD32FAF-F04D-4786-A6C3-A7AA6BDEF232}" srcOrd="0" destOrd="0" presId="urn:microsoft.com/office/officeart/2005/8/layout/vList5"/>
    <dgm:cxn modelId="{62734C4F-7CA8-434B-B031-F1BD8FF8850E}" srcId="{0292BAFE-3D9F-4537-AB14-19241E803A25}" destId="{51F47C41-58B2-4632-BFBC-355AB6626EAA}" srcOrd="1" destOrd="0" parTransId="{FBFB167D-169F-49B2-A25D-A619B7D114A7}" sibTransId="{FFF65031-3458-41AA-8E8A-7A92746F67C6}"/>
    <dgm:cxn modelId="{190B998A-91E0-4EDF-8F2B-046744117601}" type="presOf" srcId="{8CF134CD-BD2E-491C-A87A-D3D6F10C558E}" destId="{48CA459A-1E13-4B5C-B70B-74D11DDB35B0}" srcOrd="0" destOrd="0" presId="urn:microsoft.com/office/officeart/2005/8/layout/vList5"/>
    <dgm:cxn modelId="{C94053DE-D636-4BA8-8027-5F86458A0311}" type="presOf" srcId="{51F47C41-58B2-4632-BFBC-355AB6626EAA}" destId="{C4BCAE4C-80B7-4585-8CA0-5ABEAEC550E4}" srcOrd="0" destOrd="0" presId="urn:microsoft.com/office/officeart/2005/8/layout/vList5"/>
    <dgm:cxn modelId="{430BCDF6-FE5D-434A-9DD1-C978A20EDB4A}" type="presOf" srcId="{E122976C-1D13-4015-A1B2-9E11B7486294}" destId="{53C483BC-14B5-487D-BF55-2B18BF93F91E}" srcOrd="0" destOrd="0" presId="urn:microsoft.com/office/officeart/2005/8/layout/vList5"/>
    <dgm:cxn modelId="{E37E06FF-C001-4EC6-B156-54B803EC325C}" srcId="{0292BAFE-3D9F-4537-AB14-19241E803A25}" destId="{E122976C-1D13-4015-A1B2-9E11B7486294}" srcOrd="0" destOrd="0" parTransId="{9EBE8799-F208-4322-B2CD-0736D2633403}" sibTransId="{555BD0BE-5BE2-432E-A1AA-55162319F507}"/>
    <dgm:cxn modelId="{29268BAD-9DB0-4F52-A637-F12A7BDCE2AD}" type="presParOf" srcId="{4AE578FF-AF9E-4EB2-A476-379A6DDDDDEB}" destId="{E0B8003A-F8E6-47C4-92F6-431BF447F9E4}" srcOrd="0" destOrd="0" presId="urn:microsoft.com/office/officeart/2005/8/layout/vList5"/>
    <dgm:cxn modelId="{B40A28F4-07CD-48F2-B18B-6238A4F538BD}" type="presParOf" srcId="{E0B8003A-F8E6-47C4-92F6-431BF447F9E4}" destId="{53C483BC-14B5-487D-BF55-2B18BF93F91E}" srcOrd="0" destOrd="0" presId="urn:microsoft.com/office/officeart/2005/8/layout/vList5"/>
    <dgm:cxn modelId="{3814ACAF-5A62-41C6-9E02-C1D099AF763F}" type="presParOf" srcId="{E0B8003A-F8E6-47C4-92F6-431BF447F9E4}" destId="{48CA459A-1E13-4B5C-B70B-74D11DDB35B0}" srcOrd="1" destOrd="0" presId="urn:microsoft.com/office/officeart/2005/8/layout/vList5"/>
    <dgm:cxn modelId="{A8E09D5A-FAAC-47E2-BBAF-F0C7AB69CE29}" type="presParOf" srcId="{4AE578FF-AF9E-4EB2-A476-379A6DDDDDEB}" destId="{03A5428A-7C27-409C-9531-7A34B745D510}" srcOrd="1" destOrd="0" presId="urn:microsoft.com/office/officeart/2005/8/layout/vList5"/>
    <dgm:cxn modelId="{889456E1-F6AD-480D-8AD9-0DD227BCE05F}" type="presParOf" srcId="{4AE578FF-AF9E-4EB2-A476-379A6DDDDDEB}" destId="{C0A982FC-6927-44CC-BC8C-0CF7CA3A733D}" srcOrd="2" destOrd="0" presId="urn:microsoft.com/office/officeart/2005/8/layout/vList5"/>
    <dgm:cxn modelId="{28A77C2D-0076-4C73-A63B-77BC49F9CBA4}" type="presParOf" srcId="{C0A982FC-6927-44CC-BC8C-0CF7CA3A733D}" destId="{C4BCAE4C-80B7-4585-8CA0-5ABEAEC550E4}" srcOrd="0" destOrd="0" presId="urn:microsoft.com/office/officeart/2005/8/layout/vList5"/>
    <dgm:cxn modelId="{7BB73147-CA68-44E8-935B-D355875648AA}" type="presParOf" srcId="{C0A982FC-6927-44CC-BC8C-0CF7CA3A733D}" destId="{1BD32FAF-F04D-4786-A6C3-A7AA6BDEF232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1A9F0B-A516-47F7-A7B0-40470880A51E}">
      <dsp:nvSpPr>
        <dsp:cNvPr id="0" name=""/>
        <dsp:cNvSpPr/>
      </dsp:nvSpPr>
      <dsp:spPr>
        <a:xfrm>
          <a:off x="821" y="179348"/>
          <a:ext cx="3327201" cy="399264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28654" tIns="0" rIns="328654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0" kern="1200" noProof="0" dirty="0"/>
            <a:t>Le projet consiste a créer une plateforme web qui permet la mise en relation entre prestataires de services et clients.</a:t>
          </a:r>
        </a:p>
      </dsp:txBody>
      <dsp:txXfrm>
        <a:off x="821" y="1776404"/>
        <a:ext cx="3327201" cy="2395585"/>
      </dsp:txXfrm>
    </dsp:sp>
    <dsp:sp modelId="{AC864242-ACF6-46C1-8796-F8910DEB9D60}">
      <dsp:nvSpPr>
        <dsp:cNvPr id="0" name=""/>
        <dsp:cNvSpPr/>
      </dsp:nvSpPr>
      <dsp:spPr>
        <a:xfrm>
          <a:off x="821" y="179348"/>
          <a:ext cx="3327201" cy="1597056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28654" tIns="165100" rIns="32865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600" kern="1200" noProof="0" dirty="0"/>
            <a:t>01</a:t>
          </a:r>
        </a:p>
      </dsp:txBody>
      <dsp:txXfrm>
        <a:off x="821" y="179348"/>
        <a:ext cx="3327201" cy="1597056"/>
      </dsp:txXfrm>
    </dsp:sp>
    <dsp:sp modelId="{48AA0543-82DE-454C-8CEC-4A30322686C7}">
      <dsp:nvSpPr>
        <dsp:cNvPr id="0" name=""/>
        <dsp:cNvSpPr/>
      </dsp:nvSpPr>
      <dsp:spPr>
        <a:xfrm>
          <a:off x="3594199" y="179348"/>
          <a:ext cx="3327201" cy="3992641"/>
        </a:xfrm>
        <a:prstGeom prst="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accent5">
              <a:hueOff val="-6076075"/>
              <a:satOff val="-413"/>
              <a:lumOff val="98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28654" tIns="0" rIns="328654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noProof="0" dirty="0"/>
            <a:t>Elle vise à couvrir une gamme diversifiée des services, allant des travaux techniques aux prestations en ligne.</a:t>
          </a:r>
        </a:p>
      </dsp:txBody>
      <dsp:txXfrm>
        <a:off x="3594199" y="1776404"/>
        <a:ext cx="3327201" cy="2395585"/>
      </dsp:txXfrm>
    </dsp:sp>
    <dsp:sp modelId="{702D4BE7-BD5C-43EA-B754-EEEE5395DC43}">
      <dsp:nvSpPr>
        <dsp:cNvPr id="0" name=""/>
        <dsp:cNvSpPr/>
      </dsp:nvSpPr>
      <dsp:spPr>
        <a:xfrm>
          <a:off x="3594199" y="179348"/>
          <a:ext cx="3327201" cy="1597056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28654" tIns="165100" rIns="32865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600" kern="1200" noProof="0" dirty="0"/>
            <a:t>02</a:t>
          </a:r>
        </a:p>
      </dsp:txBody>
      <dsp:txXfrm>
        <a:off x="3594199" y="179348"/>
        <a:ext cx="3327201" cy="1597056"/>
      </dsp:txXfrm>
    </dsp:sp>
    <dsp:sp modelId="{07355C10-1AE5-44A3-B27E-CC705A448BFF}">
      <dsp:nvSpPr>
        <dsp:cNvPr id="0" name=""/>
        <dsp:cNvSpPr/>
      </dsp:nvSpPr>
      <dsp:spPr>
        <a:xfrm>
          <a:off x="7187576" y="179348"/>
          <a:ext cx="3327201" cy="3992641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28654" tIns="0" rIns="328654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0" kern="1200" noProof="0" dirty="0"/>
            <a:t>Les utilisateurs peuvent publier leurs offres ou postuler à des annonces.</a:t>
          </a:r>
        </a:p>
      </dsp:txBody>
      <dsp:txXfrm>
        <a:off x="7187576" y="1776404"/>
        <a:ext cx="3327201" cy="2395585"/>
      </dsp:txXfrm>
    </dsp:sp>
    <dsp:sp modelId="{5806D132-913C-479E-BF8A-0B1474A4C811}">
      <dsp:nvSpPr>
        <dsp:cNvPr id="0" name=""/>
        <dsp:cNvSpPr/>
      </dsp:nvSpPr>
      <dsp:spPr>
        <a:xfrm>
          <a:off x="7187576" y="179348"/>
          <a:ext cx="3327201" cy="1597056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28654" tIns="165100" rIns="32865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6600" kern="1200" noProof="0" dirty="0"/>
            <a:t>03</a:t>
          </a:r>
        </a:p>
      </dsp:txBody>
      <dsp:txXfrm>
        <a:off x="7187576" y="179348"/>
        <a:ext cx="3327201" cy="15970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1A2113-89B8-4E5C-8D9C-D441978634B3}">
      <dsp:nvSpPr>
        <dsp:cNvPr id="0" name=""/>
        <dsp:cNvSpPr/>
      </dsp:nvSpPr>
      <dsp:spPr>
        <a:xfrm>
          <a:off x="0" y="511"/>
          <a:ext cx="10927829" cy="119765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34A8A5-2AFB-4DD4-9701-542503A53B4C}">
      <dsp:nvSpPr>
        <dsp:cNvPr id="0" name=""/>
        <dsp:cNvSpPr/>
      </dsp:nvSpPr>
      <dsp:spPr>
        <a:xfrm>
          <a:off x="362289" y="269983"/>
          <a:ext cx="658708" cy="658708"/>
        </a:xfrm>
        <a:prstGeom prst="rect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588DAC-7E1A-4D2E-9DD3-50B0996EAAF5}">
      <dsp:nvSpPr>
        <dsp:cNvPr id="0" name=""/>
        <dsp:cNvSpPr/>
      </dsp:nvSpPr>
      <dsp:spPr>
        <a:xfrm>
          <a:off x="1383287" y="511"/>
          <a:ext cx="9544541" cy="11976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751" tIns="126751" rIns="126751" bIns="126751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noProof="0" dirty="0"/>
            <a:t>Développement d’une plateforme web nommée ServiceCom qui facilite la mise en relation entre prestataires des services et clients.</a:t>
          </a:r>
        </a:p>
      </dsp:txBody>
      <dsp:txXfrm>
        <a:off x="1383287" y="511"/>
        <a:ext cx="9544541" cy="1197651"/>
      </dsp:txXfrm>
    </dsp:sp>
    <dsp:sp modelId="{6DEECD5E-77A3-4FFA-A616-15743F59AB0C}">
      <dsp:nvSpPr>
        <dsp:cNvPr id="0" name=""/>
        <dsp:cNvSpPr/>
      </dsp:nvSpPr>
      <dsp:spPr>
        <a:xfrm>
          <a:off x="0" y="1497576"/>
          <a:ext cx="10927829" cy="119765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BDF72D-D172-4D6C-861E-EE6F9AE8FA3C}">
      <dsp:nvSpPr>
        <dsp:cNvPr id="0" name=""/>
        <dsp:cNvSpPr/>
      </dsp:nvSpPr>
      <dsp:spPr>
        <a:xfrm>
          <a:off x="362289" y="1767048"/>
          <a:ext cx="658708" cy="658708"/>
        </a:xfrm>
        <a:prstGeom prst="rect">
          <a:avLst/>
        </a:prstGeom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83CA1E-4961-4D69-9BD9-36B98C7E130D}">
      <dsp:nvSpPr>
        <dsp:cNvPr id="0" name=""/>
        <dsp:cNvSpPr/>
      </dsp:nvSpPr>
      <dsp:spPr>
        <a:xfrm>
          <a:off x="1383287" y="1497576"/>
          <a:ext cx="9544541" cy="11976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751" tIns="126751" rIns="126751" bIns="126751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noProof="0" dirty="0"/>
            <a:t>Intégration de fonctionnalités clés : publication de services, candidatures, modération administrative.</a:t>
          </a:r>
        </a:p>
      </dsp:txBody>
      <dsp:txXfrm>
        <a:off x="1383287" y="1497576"/>
        <a:ext cx="9544541" cy="1197651"/>
      </dsp:txXfrm>
    </dsp:sp>
    <dsp:sp modelId="{7353EB87-383F-44B2-829E-36E937229C44}">
      <dsp:nvSpPr>
        <dsp:cNvPr id="0" name=""/>
        <dsp:cNvSpPr/>
      </dsp:nvSpPr>
      <dsp:spPr>
        <a:xfrm>
          <a:off x="0" y="2994641"/>
          <a:ext cx="10927829" cy="119765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4384C0A-B71B-45D0-A281-8821CCC0E818}">
      <dsp:nvSpPr>
        <dsp:cNvPr id="0" name=""/>
        <dsp:cNvSpPr/>
      </dsp:nvSpPr>
      <dsp:spPr>
        <a:xfrm>
          <a:off x="362289" y="3264113"/>
          <a:ext cx="658708" cy="658708"/>
        </a:xfrm>
        <a:prstGeom prst="rect">
          <a:avLst/>
        </a:prstGeom>
        <a:blipFill>
          <a:blip xmlns:r="http://schemas.openxmlformats.org/officeDocument/2006/relationships"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AC2884-62E5-4883-A7C8-D16312E564A6}">
      <dsp:nvSpPr>
        <dsp:cNvPr id="0" name=""/>
        <dsp:cNvSpPr/>
      </dsp:nvSpPr>
      <dsp:spPr>
        <a:xfrm>
          <a:off x="1383287" y="2994641"/>
          <a:ext cx="9544541" cy="11976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751" tIns="126751" rIns="126751" bIns="126751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kern="1200" noProof="0" dirty="0"/>
            <a:t>Mise en œuvre d’une architecture sécurisée et évolutive, respectant les bonnes pratiques du développement web moderne.</a:t>
          </a:r>
        </a:p>
      </dsp:txBody>
      <dsp:txXfrm>
        <a:off x="1383287" y="2994641"/>
        <a:ext cx="9544541" cy="119765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81923C-F36A-4FB3-AC00-B583FF6114B2}">
      <dsp:nvSpPr>
        <dsp:cNvPr id="0" name=""/>
        <dsp:cNvSpPr/>
      </dsp:nvSpPr>
      <dsp:spPr>
        <a:xfrm>
          <a:off x="0" y="1080567"/>
          <a:ext cx="2957512" cy="187802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065AE39-9167-434A-8DF1-CBC15FF861C4}">
      <dsp:nvSpPr>
        <dsp:cNvPr id="0" name=""/>
        <dsp:cNvSpPr/>
      </dsp:nvSpPr>
      <dsp:spPr>
        <a:xfrm>
          <a:off x="328612" y="1392749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noProof="0" dirty="0"/>
            <a:t>Administrateur</a:t>
          </a:r>
        </a:p>
      </dsp:txBody>
      <dsp:txXfrm>
        <a:off x="383617" y="1447754"/>
        <a:ext cx="2847502" cy="1768010"/>
      </dsp:txXfrm>
    </dsp:sp>
    <dsp:sp modelId="{A0F292C7-5D19-435A-9F5F-F26D612ABAF6}">
      <dsp:nvSpPr>
        <dsp:cNvPr id="0" name=""/>
        <dsp:cNvSpPr/>
      </dsp:nvSpPr>
      <dsp:spPr>
        <a:xfrm>
          <a:off x="3614737" y="1080567"/>
          <a:ext cx="2957512" cy="187802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C353AEC-F33C-46FF-8C88-E33B7C65D135}">
      <dsp:nvSpPr>
        <dsp:cNvPr id="0" name=""/>
        <dsp:cNvSpPr/>
      </dsp:nvSpPr>
      <dsp:spPr>
        <a:xfrm>
          <a:off x="3943350" y="1392749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noProof="0" dirty="0"/>
            <a:t>Utilisateur</a:t>
          </a:r>
        </a:p>
      </dsp:txBody>
      <dsp:txXfrm>
        <a:off x="3998355" y="1447754"/>
        <a:ext cx="2847502" cy="1768010"/>
      </dsp:txXfrm>
    </dsp:sp>
    <dsp:sp modelId="{67D4253F-3F9E-48A0-B15B-BD7DE296D533}">
      <dsp:nvSpPr>
        <dsp:cNvPr id="0" name=""/>
        <dsp:cNvSpPr/>
      </dsp:nvSpPr>
      <dsp:spPr>
        <a:xfrm>
          <a:off x="7229475" y="1080567"/>
          <a:ext cx="2957512" cy="187802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215596A-FCC4-403F-AE77-68C5A03188C6}">
      <dsp:nvSpPr>
        <dsp:cNvPr id="0" name=""/>
        <dsp:cNvSpPr/>
      </dsp:nvSpPr>
      <dsp:spPr>
        <a:xfrm>
          <a:off x="7558087" y="1392749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kern="1200" noProof="0" dirty="0"/>
            <a:t>Visiteur</a:t>
          </a:r>
        </a:p>
      </dsp:txBody>
      <dsp:txXfrm>
        <a:off x="7613092" y="1447754"/>
        <a:ext cx="2847502" cy="176801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0AC29B-F324-4A7C-8CF2-0EE9239E22A2}">
      <dsp:nvSpPr>
        <dsp:cNvPr id="0" name=""/>
        <dsp:cNvSpPr/>
      </dsp:nvSpPr>
      <dsp:spPr>
        <a:xfrm>
          <a:off x="1146798" y="921"/>
          <a:ext cx="2719350" cy="163161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noProof="0" dirty="0"/>
            <a:t>Sécurité</a:t>
          </a:r>
        </a:p>
      </dsp:txBody>
      <dsp:txXfrm>
        <a:off x="1146798" y="921"/>
        <a:ext cx="2719350" cy="1631610"/>
      </dsp:txXfrm>
    </dsp:sp>
    <dsp:sp modelId="{EE538CF8-6033-41C1-84D7-7CA6C02B2D0A}">
      <dsp:nvSpPr>
        <dsp:cNvPr id="0" name=""/>
        <dsp:cNvSpPr/>
      </dsp:nvSpPr>
      <dsp:spPr>
        <a:xfrm>
          <a:off x="4138083" y="921"/>
          <a:ext cx="2719350" cy="1631610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noProof="0" dirty="0"/>
            <a:t>Performance</a:t>
          </a:r>
        </a:p>
      </dsp:txBody>
      <dsp:txXfrm>
        <a:off x="4138083" y="921"/>
        <a:ext cx="2719350" cy="1631610"/>
      </dsp:txXfrm>
    </dsp:sp>
    <dsp:sp modelId="{922FFE34-01E4-4EAC-BCA5-80673DB2FC6E}">
      <dsp:nvSpPr>
        <dsp:cNvPr id="0" name=""/>
        <dsp:cNvSpPr/>
      </dsp:nvSpPr>
      <dsp:spPr>
        <a:xfrm>
          <a:off x="7129369" y="921"/>
          <a:ext cx="2719350" cy="1631610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noProof="0" dirty="0"/>
            <a:t>Accessibilité</a:t>
          </a:r>
        </a:p>
      </dsp:txBody>
      <dsp:txXfrm>
        <a:off x="7129369" y="921"/>
        <a:ext cx="2719350" cy="1631610"/>
      </dsp:txXfrm>
    </dsp:sp>
    <dsp:sp modelId="{49A3FED2-70CB-46F7-BEDD-F6121E9BCC39}">
      <dsp:nvSpPr>
        <dsp:cNvPr id="0" name=""/>
        <dsp:cNvSpPr/>
      </dsp:nvSpPr>
      <dsp:spPr>
        <a:xfrm>
          <a:off x="2642440" y="1904466"/>
          <a:ext cx="2719350" cy="1631610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noProof="0" dirty="0"/>
            <a:t>Fiabilité</a:t>
          </a:r>
        </a:p>
      </dsp:txBody>
      <dsp:txXfrm>
        <a:off x="2642440" y="1904466"/>
        <a:ext cx="2719350" cy="1631610"/>
      </dsp:txXfrm>
    </dsp:sp>
    <dsp:sp modelId="{021C01FF-6DD6-476C-A610-4F4327DB1D75}">
      <dsp:nvSpPr>
        <dsp:cNvPr id="0" name=""/>
        <dsp:cNvSpPr/>
      </dsp:nvSpPr>
      <dsp:spPr>
        <a:xfrm>
          <a:off x="5633726" y="1904466"/>
          <a:ext cx="2719350" cy="1631610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300" kern="1200" noProof="0" dirty="0"/>
            <a:t>Maintenabilité</a:t>
          </a:r>
        </a:p>
      </dsp:txBody>
      <dsp:txXfrm>
        <a:off x="5633726" y="1904466"/>
        <a:ext cx="2719350" cy="163161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F35C4C-3F64-404A-AA1A-7DC13DC67B15}">
      <dsp:nvSpPr>
        <dsp:cNvPr id="0" name=""/>
        <dsp:cNvSpPr/>
      </dsp:nvSpPr>
      <dsp:spPr>
        <a:xfrm>
          <a:off x="3332373" y="3691"/>
          <a:ext cx="1083800" cy="1083782"/>
        </a:xfrm>
        <a:prstGeom prst="donut">
          <a:avLst>
            <a:gd name="adj" fmla="val 1101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481AFE-E209-43DC-9013-29030F2F0053}">
      <dsp:nvSpPr>
        <dsp:cNvPr id="0" name=""/>
        <dsp:cNvSpPr/>
      </dsp:nvSpPr>
      <dsp:spPr>
        <a:xfrm>
          <a:off x="4260695" y="0"/>
          <a:ext cx="1334502" cy="1007901"/>
        </a:xfrm>
        <a:prstGeom prst="rect">
          <a:avLst/>
        </a:prstGeom>
        <a:blipFill dpi="0" rotWithShape="1"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12471" t="-16001" r="3761" b="5427"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0FB762-1DBD-4ABB-BA20-44CB83FEF315}">
      <dsp:nvSpPr>
        <dsp:cNvPr id="0" name=""/>
        <dsp:cNvSpPr/>
      </dsp:nvSpPr>
      <dsp:spPr>
        <a:xfrm>
          <a:off x="3451623" y="122939"/>
          <a:ext cx="845300" cy="845286"/>
        </a:xfrm>
        <a:prstGeom prst="ellipse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noProof="0" dirty="0"/>
            <a:t>HTML5</a:t>
          </a:r>
        </a:p>
      </dsp:txBody>
      <dsp:txXfrm>
        <a:off x="3575414" y="246728"/>
        <a:ext cx="597718" cy="597708"/>
      </dsp:txXfrm>
    </dsp:sp>
    <dsp:sp modelId="{1F872309-DCDA-4C1D-8F49-97CA9C2E2267}">
      <dsp:nvSpPr>
        <dsp:cNvPr id="0" name=""/>
        <dsp:cNvSpPr/>
      </dsp:nvSpPr>
      <dsp:spPr>
        <a:xfrm>
          <a:off x="3766119" y="1249084"/>
          <a:ext cx="215481" cy="215481"/>
        </a:xfrm>
        <a:prstGeom prst="flowChartConnector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93C665-3740-4A47-B544-08C0AA7E25C5}">
      <dsp:nvSpPr>
        <dsp:cNvPr id="0" name=""/>
        <dsp:cNvSpPr/>
      </dsp:nvSpPr>
      <dsp:spPr>
        <a:xfrm>
          <a:off x="3331959" y="1626176"/>
          <a:ext cx="1083800" cy="1083782"/>
        </a:xfrm>
        <a:prstGeom prst="donut">
          <a:avLst>
            <a:gd name="adj" fmla="val 1101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5C09B9-47DF-438A-8140-08CF737C4408}">
      <dsp:nvSpPr>
        <dsp:cNvPr id="0" name=""/>
        <dsp:cNvSpPr/>
      </dsp:nvSpPr>
      <dsp:spPr>
        <a:xfrm>
          <a:off x="4458952" y="1698115"/>
          <a:ext cx="1332850" cy="1007901"/>
        </a:xfrm>
        <a:prstGeom prst="rect">
          <a:avLst/>
        </a:prstGeom>
        <a:blipFill dpi="0" rotWithShape="1"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7782" t="2891" r="23097" b="2305"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D3DA6F-9A45-4DE2-ACFF-B64B89F5B99C}">
      <dsp:nvSpPr>
        <dsp:cNvPr id="0" name=""/>
        <dsp:cNvSpPr/>
      </dsp:nvSpPr>
      <dsp:spPr>
        <a:xfrm>
          <a:off x="3451209" y="1745425"/>
          <a:ext cx="845300" cy="845286"/>
        </a:xfrm>
        <a:prstGeom prst="ellipse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noProof="0" dirty="0"/>
            <a:t>CSS3</a:t>
          </a:r>
        </a:p>
      </dsp:txBody>
      <dsp:txXfrm>
        <a:off x="3575000" y="1869214"/>
        <a:ext cx="597718" cy="597708"/>
      </dsp:txXfrm>
    </dsp:sp>
    <dsp:sp modelId="{375E6ED0-7B37-4E6C-BA5E-E2C1A79A5006}">
      <dsp:nvSpPr>
        <dsp:cNvPr id="0" name=""/>
        <dsp:cNvSpPr/>
      </dsp:nvSpPr>
      <dsp:spPr>
        <a:xfrm>
          <a:off x="3766119" y="2871570"/>
          <a:ext cx="215481" cy="215481"/>
        </a:xfrm>
        <a:prstGeom prst="flowChartConnector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113C5B-2DAC-4765-AC2A-C30C7C118C2E}">
      <dsp:nvSpPr>
        <dsp:cNvPr id="0" name=""/>
        <dsp:cNvSpPr/>
      </dsp:nvSpPr>
      <dsp:spPr>
        <a:xfrm>
          <a:off x="2832908" y="3248662"/>
          <a:ext cx="1819938" cy="1083782"/>
        </a:xfrm>
        <a:prstGeom prst="donut">
          <a:avLst>
            <a:gd name="adj" fmla="val 1101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4EAED5-F450-43BB-B008-022CEF95D59C}">
      <dsp:nvSpPr>
        <dsp:cNvPr id="0" name=""/>
        <dsp:cNvSpPr/>
      </dsp:nvSpPr>
      <dsp:spPr>
        <a:xfrm>
          <a:off x="4837836" y="3425276"/>
          <a:ext cx="808920" cy="734467"/>
        </a:xfrm>
        <a:prstGeom prst="rect">
          <a:avLst/>
        </a:prstGeom>
        <a:blipFill dpi="0" rotWithShape="1"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1" t="-28606" r="12008" b="12458"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C600D2-55AF-4C35-A892-38F57ED27560}">
      <dsp:nvSpPr>
        <dsp:cNvPr id="0" name=""/>
        <dsp:cNvSpPr/>
      </dsp:nvSpPr>
      <dsp:spPr>
        <a:xfrm>
          <a:off x="2980864" y="3367910"/>
          <a:ext cx="1524025" cy="845286"/>
        </a:xfrm>
        <a:prstGeom prst="ellipse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noProof="0" dirty="0"/>
            <a:t>JavaScript</a:t>
          </a:r>
        </a:p>
      </dsp:txBody>
      <dsp:txXfrm>
        <a:off x="3204052" y="3491699"/>
        <a:ext cx="1077649" cy="597708"/>
      </dsp:txXfrm>
    </dsp:sp>
    <dsp:sp modelId="{9AFB236C-43D9-4938-9AC7-6DF046FD19A1}">
      <dsp:nvSpPr>
        <dsp:cNvPr id="0" name=""/>
        <dsp:cNvSpPr/>
      </dsp:nvSpPr>
      <dsp:spPr>
        <a:xfrm>
          <a:off x="3766119" y="4494055"/>
          <a:ext cx="215481" cy="215481"/>
        </a:xfrm>
        <a:prstGeom prst="flowChartConnector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6BF94D-0B19-4F10-827B-754F895A0273}">
      <dsp:nvSpPr>
        <dsp:cNvPr id="0" name=""/>
        <dsp:cNvSpPr/>
      </dsp:nvSpPr>
      <dsp:spPr>
        <a:xfrm>
          <a:off x="3331959" y="4871148"/>
          <a:ext cx="1083800" cy="1083782"/>
        </a:xfrm>
        <a:prstGeom prst="donut">
          <a:avLst>
            <a:gd name="adj" fmla="val 1101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7E898C-8703-444F-9C27-99373570A1B5}">
      <dsp:nvSpPr>
        <dsp:cNvPr id="0" name=""/>
        <dsp:cNvSpPr/>
      </dsp:nvSpPr>
      <dsp:spPr>
        <a:xfrm>
          <a:off x="4551638" y="4950720"/>
          <a:ext cx="1332850" cy="1007901"/>
        </a:xfrm>
        <a:prstGeom prst="rect">
          <a:avLst/>
        </a:prstGeom>
        <a:blipFill dpi="0" rotWithShape="1"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1497" t="15127" r="2125" b="17945"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0378D3-53DD-4A27-BD76-9814B0F9F2B9}">
      <dsp:nvSpPr>
        <dsp:cNvPr id="0" name=""/>
        <dsp:cNvSpPr/>
      </dsp:nvSpPr>
      <dsp:spPr>
        <a:xfrm>
          <a:off x="3451209" y="4990396"/>
          <a:ext cx="845300" cy="845286"/>
        </a:xfrm>
        <a:prstGeom prst="ellipse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noProof="0" dirty="0"/>
            <a:t>PHP</a:t>
          </a:r>
        </a:p>
      </dsp:txBody>
      <dsp:txXfrm>
        <a:off x="3575000" y="5114185"/>
        <a:ext cx="597718" cy="59770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F35C4C-3F64-404A-AA1A-7DC13DC67B15}">
      <dsp:nvSpPr>
        <dsp:cNvPr id="0" name=""/>
        <dsp:cNvSpPr/>
      </dsp:nvSpPr>
      <dsp:spPr>
        <a:xfrm>
          <a:off x="3180608" y="3685"/>
          <a:ext cx="1695209" cy="974265"/>
        </a:xfrm>
        <a:prstGeom prst="donut">
          <a:avLst>
            <a:gd name="adj" fmla="val 11010"/>
          </a:avLst>
        </a:prstGeom>
        <a:solidFill>
          <a:srgbClr val="F527AB"/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481AFE-E209-43DC-9013-29030F2F0053}">
      <dsp:nvSpPr>
        <dsp:cNvPr id="0" name=""/>
        <dsp:cNvSpPr/>
      </dsp:nvSpPr>
      <dsp:spPr>
        <a:xfrm>
          <a:off x="2007859" y="169578"/>
          <a:ext cx="911779" cy="821607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 t="-16000" b="-16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0FB762-1DBD-4ABB-BA20-44CB83FEF315}">
      <dsp:nvSpPr>
        <dsp:cNvPr id="0" name=""/>
        <dsp:cNvSpPr/>
      </dsp:nvSpPr>
      <dsp:spPr>
        <a:xfrm>
          <a:off x="3287940" y="110882"/>
          <a:ext cx="1480545" cy="759869"/>
        </a:xfrm>
        <a:prstGeom prst="ellipse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noProof="0" dirty="0"/>
            <a:t>Serveur local</a:t>
          </a:r>
        </a:p>
      </dsp:txBody>
      <dsp:txXfrm>
        <a:off x="3504761" y="222162"/>
        <a:ext cx="1046903" cy="537309"/>
      </dsp:txXfrm>
    </dsp:sp>
    <dsp:sp modelId="{1F872309-DCDA-4C1D-8F49-97CA9C2E2267}">
      <dsp:nvSpPr>
        <dsp:cNvPr id="0" name=""/>
        <dsp:cNvSpPr/>
      </dsp:nvSpPr>
      <dsp:spPr>
        <a:xfrm>
          <a:off x="4002956" y="1123230"/>
          <a:ext cx="193706" cy="193706"/>
        </a:xfrm>
        <a:prstGeom prst="flowChartConnector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93C665-3740-4A47-B544-08C0AA7E25C5}">
      <dsp:nvSpPr>
        <dsp:cNvPr id="0" name=""/>
        <dsp:cNvSpPr/>
      </dsp:nvSpPr>
      <dsp:spPr>
        <a:xfrm>
          <a:off x="3281742" y="1462216"/>
          <a:ext cx="1695209" cy="974265"/>
        </a:xfrm>
        <a:prstGeom prst="donut">
          <a:avLst>
            <a:gd name="adj" fmla="val 11010"/>
          </a:avLst>
        </a:prstGeom>
        <a:solidFill>
          <a:srgbClr val="7030A0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5C09B9-47DF-438A-8140-08CF737C4408}">
      <dsp:nvSpPr>
        <dsp:cNvPr id="0" name=""/>
        <dsp:cNvSpPr/>
      </dsp:nvSpPr>
      <dsp:spPr>
        <a:xfrm>
          <a:off x="1921123" y="1563952"/>
          <a:ext cx="1080013" cy="906051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6000" b="-16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D3DA6F-9A45-4DE2-ACFF-B64B89F5B99C}">
      <dsp:nvSpPr>
        <dsp:cNvPr id="0" name=""/>
        <dsp:cNvSpPr/>
      </dsp:nvSpPr>
      <dsp:spPr>
        <a:xfrm>
          <a:off x="3394226" y="1569414"/>
          <a:ext cx="1470241" cy="759869"/>
        </a:xfrm>
        <a:prstGeom prst="ellipse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noProof="0" dirty="0"/>
            <a:t>Bootstrap 5</a:t>
          </a:r>
        </a:p>
      </dsp:txBody>
      <dsp:txXfrm>
        <a:off x="3609538" y="1680694"/>
        <a:ext cx="1039617" cy="537309"/>
      </dsp:txXfrm>
    </dsp:sp>
    <dsp:sp modelId="{375E6ED0-7B37-4E6C-BA5E-E2C1A79A5006}">
      <dsp:nvSpPr>
        <dsp:cNvPr id="0" name=""/>
        <dsp:cNvSpPr/>
      </dsp:nvSpPr>
      <dsp:spPr>
        <a:xfrm>
          <a:off x="4002956" y="2581761"/>
          <a:ext cx="193706" cy="193706"/>
        </a:xfrm>
        <a:prstGeom prst="flowChartConnector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113C5B-2DAC-4765-AC2A-C30C7C118C2E}">
      <dsp:nvSpPr>
        <dsp:cNvPr id="0" name=""/>
        <dsp:cNvSpPr/>
      </dsp:nvSpPr>
      <dsp:spPr>
        <a:xfrm>
          <a:off x="3415857" y="3146500"/>
          <a:ext cx="1697771" cy="974265"/>
        </a:xfrm>
        <a:prstGeom prst="donut">
          <a:avLst>
            <a:gd name="adj" fmla="val 11010"/>
          </a:avLst>
        </a:prstGeom>
        <a:solidFill>
          <a:srgbClr val="FF2F2F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4EAED5-F450-43BB-B008-022CEF95D59C}">
      <dsp:nvSpPr>
        <dsp:cNvPr id="0" name=""/>
        <dsp:cNvSpPr/>
      </dsp:nvSpPr>
      <dsp:spPr>
        <a:xfrm>
          <a:off x="1451563" y="2904357"/>
          <a:ext cx="1857897" cy="142575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0000" b="-10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C600D2-55AF-4C35-A892-38F57ED27560}">
      <dsp:nvSpPr>
        <dsp:cNvPr id="0" name=""/>
        <dsp:cNvSpPr/>
      </dsp:nvSpPr>
      <dsp:spPr>
        <a:xfrm>
          <a:off x="3522779" y="3261718"/>
          <a:ext cx="1483927" cy="743828"/>
        </a:xfrm>
        <a:prstGeom prst="ellipse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noProof="0" dirty="0" err="1"/>
            <a:t>Laravel</a:t>
          </a:r>
          <a:r>
            <a:rPr lang="fr-FR" sz="1600" kern="1200" noProof="0" dirty="0"/>
            <a:t> 10</a:t>
          </a:r>
        </a:p>
      </dsp:txBody>
      <dsp:txXfrm>
        <a:off x="3740095" y="3370649"/>
        <a:ext cx="1049295" cy="525966"/>
      </dsp:txXfrm>
    </dsp:sp>
    <dsp:sp modelId="{9AFB236C-43D9-4938-9AC7-6DF046FD19A1}">
      <dsp:nvSpPr>
        <dsp:cNvPr id="0" name=""/>
        <dsp:cNvSpPr/>
      </dsp:nvSpPr>
      <dsp:spPr>
        <a:xfrm>
          <a:off x="4002956" y="4491782"/>
          <a:ext cx="193706" cy="193706"/>
        </a:xfrm>
        <a:prstGeom prst="flowChartConnector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6BF94D-0B19-4F10-827B-754F895A0273}">
      <dsp:nvSpPr>
        <dsp:cNvPr id="0" name=""/>
        <dsp:cNvSpPr/>
      </dsp:nvSpPr>
      <dsp:spPr>
        <a:xfrm>
          <a:off x="3329950" y="4830768"/>
          <a:ext cx="1607582" cy="974265"/>
        </a:xfrm>
        <a:prstGeom prst="donut">
          <a:avLst>
            <a:gd name="adj" fmla="val 11010"/>
          </a:avLst>
        </a:prstGeom>
        <a:solidFill>
          <a:schemeClr val="accent4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7E898C-8703-444F-9C27-99373570A1B5}">
      <dsp:nvSpPr>
        <dsp:cNvPr id="0" name=""/>
        <dsp:cNvSpPr/>
      </dsp:nvSpPr>
      <dsp:spPr>
        <a:xfrm>
          <a:off x="2038905" y="4879998"/>
          <a:ext cx="1062436" cy="906269"/>
        </a:xfrm>
        <a:prstGeom prst="rect">
          <a:avLst/>
        </a:prstGeom>
        <a:blipFill dpi="0" rotWithShape="1">
          <a:blip xmlns:r="http://schemas.openxmlformats.org/officeDocument/2006/relationships" r:embed="rId4"/>
          <a:srcRect/>
          <a:stretch>
            <a:fillRect l="14986" t="2382" r="13206" b="-4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0378D3-53DD-4A27-BD76-9814B0F9F2B9}">
      <dsp:nvSpPr>
        <dsp:cNvPr id="0" name=""/>
        <dsp:cNvSpPr/>
      </dsp:nvSpPr>
      <dsp:spPr>
        <a:xfrm>
          <a:off x="3443097" y="4937966"/>
          <a:ext cx="1381289" cy="759869"/>
        </a:xfrm>
        <a:prstGeom prst="ellipse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noProof="0" dirty="0"/>
            <a:t>Base de </a:t>
          </a:r>
          <a:r>
            <a:rPr lang="fr-FR" sz="1600" kern="1200" noProof="0" dirty="0" err="1"/>
            <a:t>donnees</a:t>
          </a:r>
          <a:endParaRPr lang="fr-FR" sz="1600" kern="1200" noProof="0" dirty="0"/>
        </a:p>
      </dsp:txBody>
      <dsp:txXfrm>
        <a:off x="3645382" y="5049246"/>
        <a:ext cx="976719" cy="53730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9ABBDB-90B9-4630-B353-A8A40E2A927E}">
      <dsp:nvSpPr>
        <dsp:cNvPr id="0" name=""/>
        <dsp:cNvSpPr/>
      </dsp:nvSpPr>
      <dsp:spPr>
        <a:xfrm rot="5400000">
          <a:off x="5410072" y="-1189323"/>
          <a:ext cx="3481070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900" kern="1200"/>
            <a:t>Consultation des profils de candidats (CV, mur personnel, informations détaillées)</a:t>
          </a:r>
          <a:endParaRPr lang="en-US" sz="2900" kern="120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900" kern="1200" dirty="0"/>
            <a:t>Évaluations des prestataires et système de notation</a:t>
          </a:r>
          <a:endParaRPr lang="en-US" sz="2900" kern="1200" dirty="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900" kern="1200"/>
            <a:t>Messagerie en temps réel pour une meilleure communication</a:t>
          </a:r>
          <a:endParaRPr lang="en-US" sz="2900" kern="1200"/>
        </a:p>
      </dsp:txBody>
      <dsp:txXfrm rot="-5400000">
        <a:off x="3785615" y="605066"/>
        <a:ext cx="6560052" cy="3141206"/>
      </dsp:txXfrm>
    </dsp:sp>
    <dsp:sp modelId="{FBA66B75-F0BA-4B70-B2DB-4B0CCC60C805}">
      <dsp:nvSpPr>
        <dsp:cNvPr id="0" name=""/>
        <dsp:cNvSpPr/>
      </dsp:nvSpPr>
      <dsp:spPr>
        <a:xfrm>
          <a:off x="0" y="0"/>
          <a:ext cx="3785616" cy="4351338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700" kern="1200"/>
            <a:t>Nouvelles fonctionnalités potentielles</a:t>
          </a:r>
          <a:endParaRPr lang="en-US" sz="3700" kern="1200"/>
        </a:p>
      </dsp:txBody>
      <dsp:txXfrm>
        <a:off x="184799" y="184799"/>
        <a:ext cx="3416018" cy="398174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CA459A-1E13-4B5C-B70B-74D11DDB35B0}">
      <dsp:nvSpPr>
        <dsp:cNvPr id="0" name=""/>
        <dsp:cNvSpPr/>
      </dsp:nvSpPr>
      <dsp:spPr>
        <a:xfrm rot="5400000">
          <a:off x="6301587" y="-2303662"/>
          <a:ext cx="1698041" cy="6729984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62865" rIns="125730" bIns="62865" numCol="1" spcCol="1270" anchor="ctr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3300" kern="1200"/>
            <a:t>Pour faciliter l’accès et l’utilisation de la plateforme à tout moment. </a:t>
          </a:r>
          <a:endParaRPr lang="en-US" sz="3300" kern="1200"/>
        </a:p>
      </dsp:txBody>
      <dsp:txXfrm rot="-5400000">
        <a:off x="3785616" y="295201"/>
        <a:ext cx="6647092" cy="1532257"/>
      </dsp:txXfrm>
    </dsp:sp>
    <dsp:sp modelId="{53C483BC-14B5-487D-BF55-2B18BF93F91E}">
      <dsp:nvSpPr>
        <dsp:cNvPr id="0" name=""/>
        <dsp:cNvSpPr/>
      </dsp:nvSpPr>
      <dsp:spPr>
        <a:xfrm>
          <a:off x="0" y="53"/>
          <a:ext cx="3785616" cy="2122552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9540" tIns="64770" rIns="129540" bIns="6477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400" kern="1200"/>
            <a:t>Développement d’une application mobile</a:t>
          </a:r>
          <a:endParaRPr lang="en-US" sz="3400" kern="1200"/>
        </a:p>
      </dsp:txBody>
      <dsp:txXfrm>
        <a:off x="103614" y="103667"/>
        <a:ext cx="3578388" cy="1915324"/>
      </dsp:txXfrm>
    </dsp:sp>
    <dsp:sp modelId="{1BD32FAF-F04D-4786-A6C3-A7AA6BDEF232}">
      <dsp:nvSpPr>
        <dsp:cNvPr id="0" name=""/>
        <dsp:cNvSpPr/>
      </dsp:nvSpPr>
      <dsp:spPr>
        <a:xfrm rot="5400000">
          <a:off x="6301587" y="-74983"/>
          <a:ext cx="1698041" cy="6729984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62865" rIns="125730" bIns="62865" numCol="1" spcCol="1270" anchor="ctr" anchorCtr="0">
          <a:noAutofit/>
        </a:bodyPr>
        <a:lstStyle/>
        <a:p>
          <a:pPr marL="285750" lvl="1" indent="-285750" algn="l" defTabSz="1466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3300" kern="1200"/>
            <a:t>Pour assurer la scalabilité, la haute disponibilité et de meilleures performances.</a:t>
          </a:r>
          <a:endParaRPr lang="en-US" sz="3300" kern="1200"/>
        </a:p>
      </dsp:txBody>
      <dsp:txXfrm rot="-5400000">
        <a:off x="3785616" y="2523880"/>
        <a:ext cx="6647092" cy="1532257"/>
      </dsp:txXfrm>
    </dsp:sp>
    <dsp:sp modelId="{C4BCAE4C-80B7-4585-8CA0-5ABEAEC550E4}">
      <dsp:nvSpPr>
        <dsp:cNvPr id="0" name=""/>
        <dsp:cNvSpPr/>
      </dsp:nvSpPr>
      <dsp:spPr>
        <a:xfrm>
          <a:off x="0" y="2228732"/>
          <a:ext cx="3785616" cy="2122552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9540" tIns="64770" rIns="129540" bIns="6477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400" kern="1200"/>
            <a:t>Déploiement sur le cloud</a:t>
          </a:r>
          <a:endParaRPr lang="en-US" sz="3400" kern="1200"/>
        </a:p>
      </dsp:txBody>
      <dsp:txXfrm>
        <a:off x="103614" y="2332346"/>
        <a:ext cx="3578388" cy="19153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#1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#1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AlternatingPictureCircles">
  <dgm:title val=""/>
  <dgm:desc val=""/>
  <dgm:catLst>
    <dgm:cat type="picture" pri="17000"/>
    <dgm:cat type="pictureconvert" pri="1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3" destOrd="0"/>
      </dgm:cxnLst>
      <dgm:bg/>
      <dgm:whole/>
    </dgm:dataModel>
  </dgm:clrData>
  <dgm:layoutNode name="Name0">
    <dgm:varLst>
      <dgm:chMax/>
      <dgm:chPref/>
      <dgm:dir/>
    </dgm:varLst>
    <dgm:alg type="lin">
      <dgm:param type="linDir" val="fromT"/>
      <dgm:param type="fallback" val="2D"/>
      <dgm:param type="horzAlign" val="ctr"/>
      <dgm:param type="nodeVertAlign" val="t"/>
    </dgm:alg>
    <dgm:shape xmlns:r="http://schemas.openxmlformats.org/officeDocument/2006/relationships" r:blip="">
      <dgm:adjLst/>
    </dgm:shape>
    <dgm:choose name="Name1">
      <dgm:if name="Name2" axis="ch" ptType="node" func="cnt" op="gte" val="2">
        <dgm:constrLst>
          <dgm:constr type="primFontSz" for="des" ptType="node" op="equ" val="65"/>
          <dgm:constr type="w" for="ch" forName="composite" refType="h" refFor="ch" refForName="composite" fact="2.9499"/>
          <dgm:constr type="h" for="ch" forName="composite" refType="h"/>
          <dgm:constr type="h" for="ch" forName="ConnectorComposite" refType="w" refFor="ch" refForName="composite" op="equ" fact="0.1685"/>
          <dgm:constr type="w" for="ch" forName="ConnectorComposite" refType="h" refFor="ch" refForName="ConnectorComposite" op="equ"/>
        </dgm:constrLst>
      </dgm:if>
      <dgm:else name="Name3">
        <dgm:constrLst>
          <dgm:constr type="primFontSz" for="des" ptType="node" op="equ" val="65"/>
          <dgm:constr type="w" for="ch" forName="composite" refType="h" refFor="ch" refForName="composite" fact="1.9752"/>
          <dgm:constr type="h" for="ch" forName="composite" refType="h"/>
          <dgm:constr type="h" for="ch" forName="ConnectorComposite" refType="w" refFor="ch" refForName="composite" op="equ" fact="0.1685"/>
          <dgm:constr type="w" for="ch" forName="ConnectorComposite" refType="h" refFor="ch" refForName="ConnectorComposite" op="equ"/>
        </dgm:constrLst>
      </dgm:else>
    </dgm:choose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4">
          <dgm:if name="Name5" axis="precedSib" ptType="sibTrans" func="cnt" op="lte" val="0">
            <dgm:choose name="Name6">
              <dgm:if name="Name7" axis="followSib" ptType="sibTrans" func="cnt" op="lte" val="0">
                <dgm:choose name="Name8">
                  <dgm:if name="Name9" func="var" arg="dir" op="equ" val="norm">
                    <dgm:constrLst>
                      <dgm:constr type="l" for="ch" forName="Accent" refType="w" fact="0.4937"/>
                      <dgm:constr type="t" for="ch" forName="Accent" refType="h" fact="0"/>
                      <dgm:constr type="h" for="ch" forName="Accent" refType="w" refFor="ch" refForName="Accent"/>
                      <dgm:constr type="w" for="ch" forName="Accent" refType="w" fact="0.5063"/>
                      <dgm:constr type="l" for="ch" forName="Parent" refType="w" fact="0.5494"/>
                      <dgm:constr type="t" for="ch" forName="Parent" refType="h" fact="0.11"/>
                      <dgm:constr type="h" for="ch" forName="Parent" refType="w" refFor="ch" refForName="Parent"/>
                      <dgm:constr type="w" for="ch" forName="Parent" refType="w" fact="0.3949"/>
                      <dgm:constr type="l" for="ch" forName="Image" refType="w" fact="0"/>
                      <dgm:constr type="t" for="ch" forName="Image" refType="h" fact="0.035"/>
                      <dgm:constr type="h" for="ch" forName="Image" refType="h" fact="0.93"/>
                      <dgm:constr type="w" for="ch" forName="Image" refType="w" fact="0.6227"/>
                    </dgm:constrLst>
                  </dgm:if>
                  <dgm:else name="Name10">
                    <dgm:constrLst>
                      <dgm:constr type="l" for="ch" forName="Accent" refType="w" fact="0"/>
                      <dgm:constr type="t" for="ch" forName="Accent" refType="h" fact="0"/>
                      <dgm:constr type="h" for="ch" forName="Accent" refType="w" refFor="ch" refForName="Accent"/>
                      <dgm:constr type="w" for="ch" forName="Accent" refType="w" fact="0.5063"/>
                      <dgm:constr type="l" for="ch" forName="Parent" refType="w" fact="0.0557"/>
                      <dgm:constr type="t" for="ch" forName="Parent" refType="h" fact="0.11"/>
                      <dgm:constr type="h" for="ch" forName="Parent" refType="w" refFor="ch" refForName="Parent"/>
                      <dgm:constr type="w" for="ch" forName="Parent" refType="w" fact="0.3949"/>
                      <dgm:constr type="l" for="ch" forName="Image" refType="w" fact="0.3773"/>
                      <dgm:constr type="t" for="ch" forName="Image" refType="h" fact="0.035"/>
                      <dgm:constr type="h" for="ch" forName="Image" refType="h" fact="0.93"/>
                      <dgm:constr type="w" for="ch" forName="Image" refType="w" fact="0.6227"/>
                    </dgm:constrLst>
                  </dgm:else>
                </dgm:choose>
              </dgm:if>
              <dgm:else name="Name11">
                <dgm:choose name="Name12">
                  <dgm:if name="Name13" func="var" arg="dir" op="equ" val="norm">
                    <dgm:choose name="Name14">
                      <dgm:if name="Name15" axis="self" ptType="node" func="posOdd" op="equ" val="1">
                        <dgm:constrLst>
                          <dgm:constr type="l" for="ch" forName="Accent" refType="w" fact="0.3305"/>
                          <dgm:constr type="t" for="ch" forName="Accent" refType="w" fact="0"/>
                          <dgm:constr type="h" for="ch" forName="Accent" refType="w" refFor="ch" refForName="Accent"/>
                          <dgm:constr type="w" for="ch" forName="Accent" refType="w" fact="0.339"/>
                          <dgm:constr type="l" for="ch" forName="Parent" refType="w" fact="0.3678"/>
                          <dgm:constr type="t" for="ch" forName="Parent" refType="w" fact="0.0373"/>
                          <dgm:constr type="h" for="ch" forName="Parent" refType="w" refFor="ch" refForName="Parent"/>
                          <dgm:constr type="w" for="ch" forName="Parent" refType="w" fact="0.2644"/>
                          <dgm:constr type="l" for="ch" forName="Image" refType="w" fact="0"/>
                          <dgm:constr type="t" for="ch" forName="Image" refType="h" fact="0.035"/>
                          <dgm:constr type="h" for="ch" forName="Image" refType="h" fact="0.93"/>
                          <dgm:constr type="w" for="ch" forName="Image" refType="w" fact="0.4169"/>
                          <dgm:constr type="r" for="ch" forName="Space" refType="w"/>
                          <dgm:constr type="t" for="ch" forName="Space" refType="h" fact="0"/>
                          <dgm:constr type="h" for="ch" forName="Space" refType="h"/>
                          <dgm:constr type="w" for="ch" forName="Space" refType="w" fact="0.3305"/>
                        </dgm:constrLst>
                      </dgm:if>
                      <dgm:else name="Name16">
                        <dgm:constrLst>
                          <dgm:constr type="l" for="ch" forName="Accent" refType="w" fact="0.3305"/>
                          <dgm:constr type="t" for="ch" forName="Accent" refType="w" fact="0"/>
                          <dgm:constr type="h" for="ch" forName="Accent" refType="w" refFor="ch" refForName="Accent"/>
                          <dgm:constr type="w" for="ch" forName="Accent" refType="w" fact="0.339"/>
                          <dgm:constr type="l" for="ch" forName="Parent" refType="w" fact="0.3678"/>
                          <dgm:constr type="t" for="ch" forName="Parent" refType="w" fact="0.0373"/>
                          <dgm:constr type="h" for="ch" forName="Parent" refType="w" refFor="ch" refForName="Parent"/>
                          <dgm:constr type="w" for="ch" forName="Parent" refType="w" fact="0.2644"/>
                          <dgm:constr type="r" for="ch" forName="Image" refType="w"/>
                          <dgm:constr type="t" for="ch" forName="Image" refType="h" fact="0.035"/>
                          <dgm:constr type="h" for="ch" forName="Image" refType="h" fact="0.93"/>
                          <dgm:constr type="w" for="ch" forName="Image" refType="w" fact="0.4169"/>
                          <dgm:constr type="l" for="ch" forName="Space" refType="w" fact="0"/>
                          <dgm:constr type="t" for="ch" forName="Space" refType="h" fact="0"/>
                          <dgm:constr type="h" for="ch" forName="Space" refType="h"/>
                          <dgm:constr type="w" for="ch" forName="Space" refType="w" fact="0.3305"/>
                        </dgm:constrLst>
                      </dgm:else>
                    </dgm:choose>
                  </dgm:if>
                  <dgm:else name="Name17">
                    <dgm:choose name="Name18">
                      <dgm:if name="Name19" axis="self" ptType="node" func="posOdd" op="equ" val="1">
                        <dgm:constrLst>
                          <dgm:constr type="l" for="ch" forName="Accent" refType="w" fact="0.3305"/>
                          <dgm:constr type="t" for="ch" forName="Accent" refType="w" fact="0"/>
                          <dgm:constr type="h" for="ch" forName="Accent" refType="w" refFor="ch" refForName="Accent"/>
                          <dgm:constr type="w" for="ch" forName="Accent" refType="w" fact="0.339"/>
                          <dgm:constr type="l" for="ch" forName="Parent" refType="w" fact="0.3678"/>
                          <dgm:constr type="t" for="ch" forName="Parent" refType="w" fact="0.0373"/>
                          <dgm:constr type="h" for="ch" forName="Parent" refType="w" refFor="ch" refForName="Parent"/>
                          <dgm:constr type="w" for="ch" forName="Parent" refType="w" fact="0.2644"/>
                          <dgm:constr type="r" for="ch" forName="Image" refType="w"/>
                          <dgm:constr type="t" for="ch" forName="Image" refType="h" fact="0.035"/>
                          <dgm:constr type="h" for="ch" forName="Image" refType="h" fact="0.93"/>
                          <dgm:constr type="w" for="ch" forName="Image" refType="w" fact="0.4169"/>
                          <dgm:constr type="l" for="ch" forName="Space" refType="w" fact="0"/>
                          <dgm:constr type="t" for="ch" forName="Space" refType="h" fact="0"/>
                          <dgm:constr type="h" for="ch" forName="Space" refType="h"/>
                          <dgm:constr type="w" for="ch" forName="Space" refType="w" fact="0.3305"/>
                        </dgm:constrLst>
                      </dgm:if>
                      <dgm:else name="Name20">
                        <dgm:constrLst>
                          <dgm:constr type="l" for="ch" forName="Accent" refType="w" fact="0.3305"/>
                          <dgm:constr type="t" for="ch" forName="Accent" refType="w" fact="0"/>
                          <dgm:constr type="h" for="ch" forName="Accent" refType="w" refFor="ch" refForName="Accent"/>
                          <dgm:constr type="w" for="ch" forName="Accent" refType="w" fact="0.339"/>
                          <dgm:constr type="l" for="ch" forName="Parent" refType="w" fact="0.3678"/>
                          <dgm:constr type="t" for="ch" forName="Parent" refType="w" fact="0.0373"/>
                          <dgm:constr type="h" for="ch" forName="Parent" refType="w" refFor="ch" refForName="Parent"/>
                          <dgm:constr type="w" for="ch" forName="Parent" refType="w" fact="0.2644"/>
                          <dgm:constr type="l" for="ch" forName="Image" refType="w" fact="0"/>
                          <dgm:constr type="t" for="ch" forName="Image" refType="h" fact="0.035"/>
                          <dgm:constr type="h" for="ch" forName="Image" refType="h" fact="0.93"/>
                          <dgm:constr type="w" for="ch" forName="Image" refType="w" fact="0.4169"/>
                          <dgm:constr type="r" for="ch" forName="Space" refType="w"/>
                          <dgm:constr type="t" for="ch" forName="Space" refType="h" fact="0"/>
                          <dgm:constr type="h" for="ch" forName="Space" refType="h"/>
                          <dgm:constr type="w" for="ch" forName="Space" refType="w" fact="0.3305"/>
                        </dgm:constrLst>
                      </dgm:else>
                    </dgm:choose>
                  </dgm:else>
                </dgm:choose>
              </dgm:else>
            </dgm:choose>
          </dgm:if>
          <dgm:else name="Name21">
            <dgm:choose name="Name22">
              <dgm:if name="Name23" func="var" arg="dir" op="equ" val="norm">
                <dgm:choose name="Name24">
                  <dgm:if name="Name25" axis="self" ptType="node" func="posOdd" op="equ" val="1">
                    <dgm:constrLst>
                      <dgm:constr type="l" for="ch" forName="Accent" refType="w" fact="0.3305"/>
                      <dgm:constr type="t" for="ch" forName="Accent" refType="w" fact="0"/>
                      <dgm:constr type="h" for="ch" forName="Accent" refType="w" refFor="ch" refForName="Accent"/>
                      <dgm:constr type="w" for="ch" forName="Accent" refType="w" fact="0.339"/>
                      <dgm:constr type="l" for="ch" forName="Parent" refType="w" fact="0.3678"/>
                      <dgm:constr type="t" for="ch" forName="Parent" refType="w" fact="0.0373"/>
                      <dgm:constr type="h" for="ch" forName="Parent" refType="w" refFor="ch" refForName="Parent"/>
                      <dgm:constr type="w" for="ch" forName="Parent" refType="w" fact="0.2644"/>
                      <dgm:constr type="l" for="ch" forName="Image" refType="w" fact="0"/>
                      <dgm:constr type="t" for="ch" forName="Image" refType="h" fact="0.035"/>
                      <dgm:constr type="h" for="ch" forName="Image" refType="h" fact="0.93"/>
                      <dgm:constr type="w" for="ch" forName="Image" refType="w" fact="0.4169"/>
                      <dgm:constr type="r" for="ch" forName="Space" refType="w"/>
                      <dgm:constr type="t" for="ch" forName="Space" refType="h" fact="0"/>
                      <dgm:constr type="h" for="ch" forName="Space" refType="h"/>
                      <dgm:constr type="w" for="ch" forName="Space" refType="w" fact="0.3305"/>
                    </dgm:constrLst>
                  </dgm:if>
                  <dgm:else name="Name26">
                    <dgm:constrLst>
                      <dgm:constr type="l" for="ch" forName="Accent" refType="w" fact="0.3305"/>
                      <dgm:constr type="t" for="ch" forName="Accent" refType="w" fact="0"/>
                      <dgm:constr type="h" for="ch" forName="Accent" refType="w" refFor="ch" refForName="Accent"/>
                      <dgm:constr type="w" for="ch" forName="Accent" refType="w" fact="0.339"/>
                      <dgm:constr type="l" for="ch" forName="Parent" refType="w" fact="0.3678"/>
                      <dgm:constr type="t" for="ch" forName="Parent" refType="w" fact="0.0373"/>
                      <dgm:constr type="h" for="ch" forName="Parent" refType="w" refFor="ch" refForName="Parent"/>
                      <dgm:constr type="w" for="ch" forName="Parent" refType="w" fact="0.2644"/>
                      <dgm:constr type="r" for="ch" forName="Image" refType="w"/>
                      <dgm:constr type="t" for="ch" forName="Image" refType="h" fact="0.035"/>
                      <dgm:constr type="h" for="ch" forName="Image" refType="h" fact="0.93"/>
                      <dgm:constr type="w" for="ch" forName="Image" refType="w" fact="0.4169"/>
                      <dgm:constr type="l" for="ch" forName="Space" refType="w" fact="0"/>
                      <dgm:constr type="t" for="ch" forName="Space" refType="h" fact="0"/>
                      <dgm:constr type="h" for="ch" forName="Space" refType="h"/>
                      <dgm:constr type="w" for="ch" forName="Space" refType="w" fact="0.3305"/>
                    </dgm:constrLst>
                  </dgm:else>
                </dgm:choose>
              </dgm:if>
              <dgm:else name="Name27">
                <dgm:choose name="Name28">
                  <dgm:if name="Name29" axis="self" ptType="node" func="posOdd" op="equ" val="1">
                    <dgm:constrLst>
                      <dgm:constr type="l" for="ch" forName="Accent" refType="w" fact="0.3305"/>
                      <dgm:constr type="t" for="ch" forName="Accent" refType="w" fact="0"/>
                      <dgm:constr type="h" for="ch" forName="Accent" refType="w" refFor="ch" refForName="Accent"/>
                      <dgm:constr type="w" for="ch" forName="Accent" refType="w" fact="0.339"/>
                      <dgm:constr type="l" for="ch" forName="Parent" refType="w" fact="0.3678"/>
                      <dgm:constr type="t" for="ch" forName="Parent" refType="w" fact="0.0373"/>
                      <dgm:constr type="h" for="ch" forName="Parent" refType="w" refFor="ch" refForName="Parent"/>
                      <dgm:constr type="w" for="ch" forName="Parent" refType="w" fact="0.2644"/>
                      <dgm:constr type="r" for="ch" forName="Image" refType="w"/>
                      <dgm:constr type="t" for="ch" forName="Image" refType="h" fact="0.035"/>
                      <dgm:constr type="h" for="ch" forName="Image" refType="h" fact="0.93"/>
                      <dgm:constr type="w" for="ch" forName="Image" refType="w" fact="0.4169"/>
                      <dgm:constr type="l" for="ch" forName="Space" refType="w" fact="0"/>
                      <dgm:constr type="t" for="ch" forName="Space" refType="h" fact="0"/>
                      <dgm:constr type="h" for="ch" forName="Space" refType="h"/>
                      <dgm:constr type="w" for="ch" forName="Space" refType="w" fact="0.3305"/>
                    </dgm:constrLst>
                  </dgm:if>
                  <dgm:else name="Name30">
                    <dgm:constrLst>
                      <dgm:constr type="l" for="ch" forName="Accent" refType="w" fact="0.3305"/>
                      <dgm:constr type="t" for="ch" forName="Accent" refType="w" fact="0"/>
                      <dgm:constr type="h" for="ch" forName="Accent" refType="w" refFor="ch" refForName="Accent"/>
                      <dgm:constr type="w" for="ch" forName="Accent" refType="w" fact="0.339"/>
                      <dgm:constr type="l" for="ch" forName="Parent" refType="w" fact="0.3678"/>
                      <dgm:constr type="t" for="ch" forName="Parent" refType="w" fact="0.0373"/>
                      <dgm:constr type="h" for="ch" forName="Parent" refType="w" refFor="ch" refForName="Parent"/>
                      <dgm:constr type="w" for="ch" forName="Parent" refType="w" fact="0.2644"/>
                      <dgm:constr type="l" for="ch" forName="Image" refType="w" fact="0"/>
                      <dgm:constr type="t" for="ch" forName="Image" refType="h" fact="0.035"/>
                      <dgm:constr type="h" for="ch" forName="Image" refType="h" fact="0.93"/>
                      <dgm:constr type="w" for="ch" forName="Image" refType="w" fact="0.4169"/>
                      <dgm:constr type="r" for="ch" forName="Space" refType="w"/>
                      <dgm:constr type="t" for="ch" forName="Space" refType="h" fact="0"/>
                      <dgm:constr type="h" for="ch" forName="Space" refType="h"/>
                      <dgm:constr type="w" for="ch" forName="Space" refType="w" fact="0.3305"/>
                    </dgm:constrLst>
                  </dgm:else>
                </dgm:choose>
              </dgm:else>
            </dgm:choose>
          </dgm:else>
        </dgm:choose>
        <dgm:layoutNode name="Accent" styleLbl="alignNode1">
          <dgm:varLst>
            <dgm:chMax val="0"/>
            <dgm:chPref val="0"/>
          </dgm:varLst>
          <dgm:alg type="sp"/>
          <dgm:shape xmlns:r="http://schemas.openxmlformats.org/officeDocument/2006/relationships" type="donut" r:blip="">
            <dgm:adjLst>
              <dgm:adj idx="1" val="0.1101"/>
            </dgm:adjLst>
          </dgm:shape>
          <dgm:presOf/>
        </dgm:layoutNode>
        <dgm:layoutNode name="Image" styleLbl="bgImgPlace1">
          <dgm:varLst>
            <dgm:chMax val="0"/>
            <dgm:chPref val="0"/>
            <dgm:bulletEnabled val="1"/>
          </dgm:varLst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Parent" styleLbl="fgAccFollowNode1">
          <dgm:varLst>
            <dgm:chMax val="0"/>
            <dgm:chPref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"/>
            <dgm:constr type="rMarg" refType="primFontSz" fact="0"/>
            <dgm:constr type="tMarg" refType="primFontSz" fact="0"/>
            <dgm:constr type="bMarg" refType="primFontSz" fact="0"/>
          </dgm:constrLst>
          <dgm:ruleLst>
            <dgm:rule type="primFontSz" val="5" fact="NaN" max="NaN"/>
          </dgm:ruleLst>
        </dgm:layoutNode>
        <dgm:layoutNode name="Space">
          <dgm:varLst>
            <dgm:chMax val="0"/>
            <dgm:chPref val="0"/>
          </dgm:varLst>
          <dgm:alg type="sp"/>
          <dgm:shape xmlns:r="http://schemas.openxmlformats.org/officeDocument/2006/relationships" r:blip="">
            <dgm:adjLst/>
          </dgm:shape>
          <dgm:presOf/>
        </dgm:layoutNode>
      </dgm:layoutNode>
      <dgm:forEach name="Name31" axis="followSib" ptType="sibTrans" cnt="1">
        <dgm:layoutNode name="ConnectorComposite">
          <dgm:alg type="composite">
            <dgm:param type="ar" val=".4"/>
          </dgm:alg>
          <dgm:shape xmlns:r="http://schemas.openxmlformats.org/officeDocument/2006/relationships" r:blip="">
            <dgm:adjLst/>
          </dgm:shape>
          <dgm:constrLst>
            <dgm:constr type="l" for="ch" forName="TopSpacing" refType="w" fact="0"/>
            <dgm:constr type="t" for="ch" forName="TopSpacing" refType="h" fact="0"/>
            <dgm:constr type="h" for="ch" forName="TopSpacing" refType="h" fact="0.3"/>
            <dgm:constr type="w" for="ch" forName="TopSpacing" refType="w"/>
            <dgm:constr type="l" for="ch" forName="Connector" refType="w" fact="0"/>
            <dgm:constr type="t" for="ch" forName="Connector" refType="h" fact="0.3"/>
            <dgm:constr type="h" for="ch" forName="Connector" refType="h" fact="0.4"/>
            <dgm:constr type="w" for="ch" forName="Connector" refType="h" refFor="ch" refForName="Connector"/>
            <dgm:constr type="l" for="ch" forName="BottomSpacing" refType="w" fact="0"/>
            <dgm:constr type="t" for="ch" forName="BottomSpacing" refType="h" fact="0.7"/>
            <dgm:constr type="h" for="ch" forName="BottomSpacing" refType="h" fact="0.3"/>
            <dgm:constr type="w" for="ch" forName="BottomSpacing" refType="w"/>
          </dgm:constrLst>
          <dgm:layoutNode name="TopSpacing">
            <dgm:alg type="sp"/>
            <dgm:shape xmlns:r="http://schemas.openxmlformats.org/officeDocument/2006/relationships" r:blip="">
              <dgm:adjLst/>
            </dgm:shape>
          </dgm:layoutNode>
          <dgm:layoutNode name="Connector" styleLbl="alignNode1">
            <dgm:alg type="sp"/>
            <dgm:shape xmlns:r="http://schemas.openxmlformats.org/officeDocument/2006/relationships" type="flowChartConnector" r:blip="">
              <dgm:adjLst/>
            </dgm:shape>
            <dgm:presOf/>
          </dgm:layoutNode>
          <dgm:layoutNode name="BottomSpacing">
            <dgm:alg type="sp"/>
            <dgm:shape xmlns:r="http://schemas.openxmlformats.org/officeDocument/2006/relationships" r:blip="">
              <dgm:adjLst/>
            </dgm:shape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AlternatingPictureCircles">
  <dgm:title val=""/>
  <dgm:desc val=""/>
  <dgm:catLst>
    <dgm:cat type="picture" pri="17000"/>
    <dgm:cat type="pictureconvert" pri="17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3" destOrd="0"/>
      </dgm:cxnLst>
      <dgm:bg/>
      <dgm:whole/>
    </dgm:dataModel>
  </dgm:clrData>
  <dgm:layoutNode name="Name0">
    <dgm:varLst>
      <dgm:chMax/>
      <dgm:chPref/>
      <dgm:dir/>
    </dgm:varLst>
    <dgm:alg type="lin">
      <dgm:param type="linDir" val="fromT"/>
      <dgm:param type="fallback" val="2D"/>
      <dgm:param type="horzAlign" val="ctr"/>
      <dgm:param type="nodeVertAlign" val="t"/>
    </dgm:alg>
    <dgm:shape xmlns:r="http://schemas.openxmlformats.org/officeDocument/2006/relationships" r:blip="">
      <dgm:adjLst/>
    </dgm:shape>
    <dgm:choose name="Name1">
      <dgm:if name="Name2" axis="ch" ptType="node" func="cnt" op="gte" val="2">
        <dgm:constrLst>
          <dgm:constr type="primFontSz" for="des" ptType="node" op="equ" val="65"/>
          <dgm:constr type="w" for="ch" forName="composite" refType="h" refFor="ch" refForName="composite" fact="2.9499"/>
          <dgm:constr type="h" for="ch" forName="composite" refType="h"/>
          <dgm:constr type="h" for="ch" forName="ConnectorComposite" refType="w" refFor="ch" refForName="composite" op="equ" fact="0.1685"/>
          <dgm:constr type="w" for="ch" forName="ConnectorComposite" refType="h" refFor="ch" refForName="ConnectorComposite" op="equ"/>
        </dgm:constrLst>
      </dgm:if>
      <dgm:else name="Name3">
        <dgm:constrLst>
          <dgm:constr type="primFontSz" for="des" ptType="node" op="equ" val="65"/>
          <dgm:constr type="w" for="ch" forName="composite" refType="h" refFor="ch" refForName="composite" fact="1.9752"/>
          <dgm:constr type="h" for="ch" forName="composite" refType="h"/>
          <dgm:constr type="h" for="ch" forName="ConnectorComposite" refType="w" refFor="ch" refForName="composite" op="equ" fact="0.1685"/>
          <dgm:constr type="w" for="ch" forName="ConnectorComposite" refType="h" refFor="ch" refForName="ConnectorComposite" op="equ"/>
        </dgm:constrLst>
      </dgm:else>
    </dgm:choose>
    <dgm:forEach name="nodesForEach" axis="ch" ptType="node">
      <dgm:layoutNode name="composite">
        <dgm:alg type="composite"/>
        <dgm:shape xmlns:r="http://schemas.openxmlformats.org/officeDocument/2006/relationships" r:blip="">
          <dgm:adjLst/>
        </dgm:shape>
        <dgm:choose name="Name4">
          <dgm:if name="Name5" axis="precedSib" ptType="sibTrans" func="cnt" op="lte" val="0">
            <dgm:choose name="Name6">
              <dgm:if name="Name7" axis="followSib" ptType="sibTrans" func="cnt" op="lte" val="0">
                <dgm:choose name="Name8">
                  <dgm:if name="Name9" func="var" arg="dir" op="equ" val="norm">
                    <dgm:constrLst>
                      <dgm:constr type="l" for="ch" forName="Accent" refType="w" fact="0.4937"/>
                      <dgm:constr type="t" for="ch" forName="Accent" refType="h" fact="0"/>
                      <dgm:constr type="h" for="ch" forName="Accent" refType="w" refFor="ch" refForName="Accent"/>
                      <dgm:constr type="w" for="ch" forName="Accent" refType="w" fact="0.5063"/>
                      <dgm:constr type="l" for="ch" forName="Parent" refType="w" fact="0.5494"/>
                      <dgm:constr type="t" for="ch" forName="Parent" refType="h" fact="0.11"/>
                      <dgm:constr type="h" for="ch" forName="Parent" refType="w" refFor="ch" refForName="Parent"/>
                      <dgm:constr type="w" for="ch" forName="Parent" refType="w" fact="0.3949"/>
                      <dgm:constr type="l" for="ch" forName="Image" refType="w" fact="0"/>
                      <dgm:constr type="t" for="ch" forName="Image" refType="h" fact="0.035"/>
                      <dgm:constr type="h" for="ch" forName="Image" refType="h" fact="0.93"/>
                      <dgm:constr type="w" for="ch" forName="Image" refType="w" fact="0.6227"/>
                    </dgm:constrLst>
                  </dgm:if>
                  <dgm:else name="Name10">
                    <dgm:constrLst>
                      <dgm:constr type="l" for="ch" forName="Accent" refType="w" fact="0"/>
                      <dgm:constr type="t" for="ch" forName="Accent" refType="h" fact="0"/>
                      <dgm:constr type="h" for="ch" forName="Accent" refType="w" refFor="ch" refForName="Accent"/>
                      <dgm:constr type="w" for="ch" forName="Accent" refType="w" fact="0.5063"/>
                      <dgm:constr type="l" for="ch" forName="Parent" refType="w" fact="0.0557"/>
                      <dgm:constr type="t" for="ch" forName="Parent" refType="h" fact="0.11"/>
                      <dgm:constr type="h" for="ch" forName="Parent" refType="w" refFor="ch" refForName="Parent"/>
                      <dgm:constr type="w" for="ch" forName="Parent" refType="w" fact="0.3949"/>
                      <dgm:constr type="l" for="ch" forName="Image" refType="w" fact="0.3773"/>
                      <dgm:constr type="t" for="ch" forName="Image" refType="h" fact="0.035"/>
                      <dgm:constr type="h" for="ch" forName="Image" refType="h" fact="0.93"/>
                      <dgm:constr type="w" for="ch" forName="Image" refType="w" fact="0.6227"/>
                    </dgm:constrLst>
                  </dgm:else>
                </dgm:choose>
              </dgm:if>
              <dgm:else name="Name11">
                <dgm:choose name="Name12">
                  <dgm:if name="Name13" func="var" arg="dir" op="equ" val="norm">
                    <dgm:choose name="Name14">
                      <dgm:if name="Name15" axis="self" ptType="node" func="posOdd" op="equ" val="1">
                        <dgm:constrLst>
                          <dgm:constr type="l" for="ch" forName="Accent" refType="w" fact="0.3305"/>
                          <dgm:constr type="t" for="ch" forName="Accent" refType="w" fact="0"/>
                          <dgm:constr type="h" for="ch" forName="Accent" refType="w" refFor="ch" refForName="Accent"/>
                          <dgm:constr type="w" for="ch" forName="Accent" refType="w" fact="0.339"/>
                          <dgm:constr type="l" for="ch" forName="Parent" refType="w" fact="0.3678"/>
                          <dgm:constr type="t" for="ch" forName="Parent" refType="w" fact="0.0373"/>
                          <dgm:constr type="h" for="ch" forName="Parent" refType="w" refFor="ch" refForName="Parent"/>
                          <dgm:constr type="w" for="ch" forName="Parent" refType="w" fact="0.2644"/>
                          <dgm:constr type="l" for="ch" forName="Image" refType="w" fact="0"/>
                          <dgm:constr type="t" for="ch" forName="Image" refType="h" fact="0.035"/>
                          <dgm:constr type="h" for="ch" forName="Image" refType="h" fact="0.93"/>
                          <dgm:constr type="w" for="ch" forName="Image" refType="w" fact="0.4169"/>
                          <dgm:constr type="r" for="ch" forName="Space" refType="w"/>
                          <dgm:constr type="t" for="ch" forName="Space" refType="h" fact="0"/>
                          <dgm:constr type="h" for="ch" forName="Space" refType="h"/>
                          <dgm:constr type="w" for="ch" forName="Space" refType="w" fact="0.3305"/>
                        </dgm:constrLst>
                      </dgm:if>
                      <dgm:else name="Name16">
                        <dgm:constrLst>
                          <dgm:constr type="l" for="ch" forName="Accent" refType="w" fact="0.3305"/>
                          <dgm:constr type="t" for="ch" forName="Accent" refType="w" fact="0"/>
                          <dgm:constr type="h" for="ch" forName="Accent" refType="w" refFor="ch" refForName="Accent"/>
                          <dgm:constr type="w" for="ch" forName="Accent" refType="w" fact="0.339"/>
                          <dgm:constr type="l" for="ch" forName="Parent" refType="w" fact="0.3678"/>
                          <dgm:constr type="t" for="ch" forName="Parent" refType="w" fact="0.0373"/>
                          <dgm:constr type="h" for="ch" forName="Parent" refType="w" refFor="ch" refForName="Parent"/>
                          <dgm:constr type="w" for="ch" forName="Parent" refType="w" fact="0.2644"/>
                          <dgm:constr type="r" for="ch" forName="Image" refType="w"/>
                          <dgm:constr type="t" for="ch" forName="Image" refType="h" fact="0.035"/>
                          <dgm:constr type="h" for="ch" forName="Image" refType="h" fact="0.93"/>
                          <dgm:constr type="w" for="ch" forName="Image" refType="w" fact="0.4169"/>
                          <dgm:constr type="l" for="ch" forName="Space" refType="w" fact="0"/>
                          <dgm:constr type="t" for="ch" forName="Space" refType="h" fact="0"/>
                          <dgm:constr type="h" for="ch" forName="Space" refType="h"/>
                          <dgm:constr type="w" for="ch" forName="Space" refType="w" fact="0.3305"/>
                        </dgm:constrLst>
                      </dgm:else>
                    </dgm:choose>
                  </dgm:if>
                  <dgm:else name="Name17">
                    <dgm:choose name="Name18">
                      <dgm:if name="Name19" axis="self" ptType="node" func="posOdd" op="equ" val="1">
                        <dgm:constrLst>
                          <dgm:constr type="l" for="ch" forName="Accent" refType="w" fact="0.3305"/>
                          <dgm:constr type="t" for="ch" forName="Accent" refType="w" fact="0"/>
                          <dgm:constr type="h" for="ch" forName="Accent" refType="w" refFor="ch" refForName="Accent"/>
                          <dgm:constr type="w" for="ch" forName="Accent" refType="w" fact="0.339"/>
                          <dgm:constr type="l" for="ch" forName="Parent" refType="w" fact="0.3678"/>
                          <dgm:constr type="t" for="ch" forName="Parent" refType="w" fact="0.0373"/>
                          <dgm:constr type="h" for="ch" forName="Parent" refType="w" refFor="ch" refForName="Parent"/>
                          <dgm:constr type="w" for="ch" forName="Parent" refType="w" fact="0.2644"/>
                          <dgm:constr type="r" for="ch" forName="Image" refType="w"/>
                          <dgm:constr type="t" for="ch" forName="Image" refType="h" fact="0.035"/>
                          <dgm:constr type="h" for="ch" forName="Image" refType="h" fact="0.93"/>
                          <dgm:constr type="w" for="ch" forName="Image" refType="w" fact="0.4169"/>
                          <dgm:constr type="l" for="ch" forName="Space" refType="w" fact="0"/>
                          <dgm:constr type="t" for="ch" forName="Space" refType="h" fact="0"/>
                          <dgm:constr type="h" for="ch" forName="Space" refType="h"/>
                          <dgm:constr type="w" for="ch" forName="Space" refType="w" fact="0.3305"/>
                        </dgm:constrLst>
                      </dgm:if>
                      <dgm:else name="Name20">
                        <dgm:constrLst>
                          <dgm:constr type="l" for="ch" forName="Accent" refType="w" fact="0.3305"/>
                          <dgm:constr type="t" for="ch" forName="Accent" refType="w" fact="0"/>
                          <dgm:constr type="h" for="ch" forName="Accent" refType="w" refFor="ch" refForName="Accent"/>
                          <dgm:constr type="w" for="ch" forName="Accent" refType="w" fact="0.339"/>
                          <dgm:constr type="l" for="ch" forName="Parent" refType="w" fact="0.3678"/>
                          <dgm:constr type="t" for="ch" forName="Parent" refType="w" fact="0.0373"/>
                          <dgm:constr type="h" for="ch" forName="Parent" refType="w" refFor="ch" refForName="Parent"/>
                          <dgm:constr type="w" for="ch" forName="Parent" refType="w" fact="0.2644"/>
                          <dgm:constr type="l" for="ch" forName="Image" refType="w" fact="0"/>
                          <dgm:constr type="t" for="ch" forName="Image" refType="h" fact="0.035"/>
                          <dgm:constr type="h" for="ch" forName="Image" refType="h" fact="0.93"/>
                          <dgm:constr type="w" for="ch" forName="Image" refType="w" fact="0.4169"/>
                          <dgm:constr type="r" for="ch" forName="Space" refType="w"/>
                          <dgm:constr type="t" for="ch" forName="Space" refType="h" fact="0"/>
                          <dgm:constr type="h" for="ch" forName="Space" refType="h"/>
                          <dgm:constr type="w" for="ch" forName="Space" refType="w" fact="0.3305"/>
                        </dgm:constrLst>
                      </dgm:else>
                    </dgm:choose>
                  </dgm:else>
                </dgm:choose>
              </dgm:else>
            </dgm:choose>
          </dgm:if>
          <dgm:else name="Name21">
            <dgm:choose name="Name22">
              <dgm:if name="Name23" func="var" arg="dir" op="equ" val="norm">
                <dgm:choose name="Name24">
                  <dgm:if name="Name25" axis="self" ptType="node" func="posOdd" op="equ" val="1">
                    <dgm:constrLst>
                      <dgm:constr type="l" for="ch" forName="Accent" refType="w" fact="0.3305"/>
                      <dgm:constr type="t" for="ch" forName="Accent" refType="w" fact="0"/>
                      <dgm:constr type="h" for="ch" forName="Accent" refType="w" refFor="ch" refForName="Accent"/>
                      <dgm:constr type="w" for="ch" forName="Accent" refType="w" fact="0.339"/>
                      <dgm:constr type="l" for="ch" forName="Parent" refType="w" fact="0.3678"/>
                      <dgm:constr type="t" for="ch" forName="Parent" refType="w" fact="0.0373"/>
                      <dgm:constr type="h" for="ch" forName="Parent" refType="w" refFor="ch" refForName="Parent"/>
                      <dgm:constr type="w" for="ch" forName="Parent" refType="w" fact="0.2644"/>
                      <dgm:constr type="l" for="ch" forName="Image" refType="w" fact="0"/>
                      <dgm:constr type="t" for="ch" forName="Image" refType="h" fact="0.035"/>
                      <dgm:constr type="h" for="ch" forName="Image" refType="h" fact="0.93"/>
                      <dgm:constr type="w" for="ch" forName="Image" refType="w" fact="0.4169"/>
                      <dgm:constr type="r" for="ch" forName="Space" refType="w"/>
                      <dgm:constr type="t" for="ch" forName="Space" refType="h" fact="0"/>
                      <dgm:constr type="h" for="ch" forName="Space" refType="h"/>
                      <dgm:constr type="w" for="ch" forName="Space" refType="w" fact="0.3305"/>
                    </dgm:constrLst>
                  </dgm:if>
                  <dgm:else name="Name26">
                    <dgm:constrLst>
                      <dgm:constr type="l" for="ch" forName="Accent" refType="w" fact="0.3305"/>
                      <dgm:constr type="t" for="ch" forName="Accent" refType="w" fact="0"/>
                      <dgm:constr type="h" for="ch" forName="Accent" refType="w" refFor="ch" refForName="Accent"/>
                      <dgm:constr type="w" for="ch" forName="Accent" refType="w" fact="0.339"/>
                      <dgm:constr type="l" for="ch" forName="Parent" refType="w" fact="0.3678"/>
                      <dgm:constr type="t" for="ch" forName="Parent" refType="w" fact="0.0373"/>
                      <dgm:constr type="h" for="ch" forName="Parent" refType="w" refFor="ch" refForName="Parent"/>
                      <dgm:constr type="w" for="ch" forName="Parent" refType="w" fact="0.2644"/>
                      <dgm:constr type="r" for="ch" forName="Image" refType="w"/>
                      <dgm:constr type="t" for="ch" forName="Image" refType="h" fact="0.035"/>
                      <dgm:constr type="h" for="ch" forName="Image" refType="h" fact="0.93"/>
                      <dgm:constr type="w" for="ch" forName="Image" refType="w" fact="0.4169"/>
                      <dgm:constr type="l" for="ch" forName="Space" refType="w" fact="0"/>
                      <dgm:constr type="t" for="ch" forName="Space" refType="h" fact="0"/>
                      <dgm:constr type="h" for="ch" forName="Space" refType="h"/>
                      <dgm:constr type="w" for="ch" forName="Space" refType="w" fact="0.3305"/>
                    </dgm:constrLst>
                  </dgm:else>
                </dgm:choose>
              </dgm:if>
              <dgm:else name="Name27">
                <dgm:choose name="Name28">
                  <dgm:if name="Name29" axis="self" ptType="node" func="posOdd" op="equ" val="1">
                    <dgm:constrLst>
                      <dgm:constr type="l" for="ch" forName="Accent" refType="w" fact="0.3305"/>
                      <dgm:constr type="t" for="ch" forName="Accent" refType="w" fact="0"/>
                      <dgm:constr type="h" for="ch" forName="Accent" refType="w" refFor="ch" refForName="Accent"/>
                      <dgm:constr type="w" for="ch" forName="Accent" refType="w" fact="0.339"/>
                      <dgm:constr type="l" for="ch" forName="Parent" refType="w" fact="0.3678"/>
                      <dgm:constr type="t" for="ch" forName="Parent" refType="w" fact="0.0373"/>
                      <dgm:constr type="h" for="ch" forName="Parent" refType="w" refFor="ch" refForName="Parent"/>
                      <dgm:constr type="w" for="ch" forName="Parent" refType="w" fact="0.2644"/>
                      <dgm:constr type="r" for="ch" forName="Image" refType="w"/>
                      <dgm:constr type="t" for="ch" forName="Image" refType="h" fact="0.035"/>
                      <dgm:constr type="h" for="ch" forName="Image" refType="h" fact="0.93"/>
                      <dgm:constr type="w" for="ch" forName="Image" refType="w" fact="0.4169"/>
                      <dgm:constr type="l" for="ch" forName="Space" refType="w" fact="0"/>
                      <dgm:constr type="t" for="ch" forName="Space" refType="h" fact="0"/>
                      <dgm:constr type="h" for="ch" forName="Space" refType="h"/>
                      <dgm:constr type="w" for="ch" forName="Space" refType="w" fact="0.3305"/>
                    </dgm:constrLst>
                  </dgm:if>
                  <dgm:else name="Name30">
                    <dgm:constrLst>
                      <dgm:constr type="l" for="ch" forName="Accent" refType="w" fact="0.3305"/>
                      <dgm:constr type="t" for="ch" forName="Accent" refType="w" fact="0"/>
                      <dgm:constr type="h" for="ch" forName="Accent" refType="w" refFor="ch" refForName="Accent"/>
                      <dgm:constr type="w" for="ch" forName="Accent" refType="w" fact="0.339"/>
                      <dgm:constr type="l" for="ch" forName="Parent" refType="w" fact="0.3678"/>
                      <dgm:constr type="t" for="ch" forName="Parent" refType="w" fact="0.0373"/>
                      <dgm:constr type="h" for="ch" forName="Parent" refType="w" refFor="ch" refForName="Parent"/>
                      <dgm:constr type="w" for="ch" forName="Parent" refType="w" fact="0.2644"/>
                      <dgm:constr type="l" for="ch" forName="Image" refType="w" fact="0"/>
                      <dgm:constr type="t" for="ch" forName="Image" refType="h" fact="0.035"/>
                      <dgm:constr type="h" for="ch" forName="Image" refType="h" fact="0.93"/>
                      <dgm:constr type="w" for="ch" forName="Image" refType="w" fact="0.4169"/>
                      <dgm:constr type="r" for="ch" forName="Space" refType="w"/>
                      <dgm:constr type="t" for="ch" forName="Space" refType="h" fact="0"/>
                      <dgm:constr type="h" for="ch" forName="Space" refType="h"/>
                      <dgm:constr type="w" for="ch" forName="Space" refType="w" fact="0.3305"/>
                    </dgm:constrLst>
                  </dgm:else>
                </dgm:choose>
              </dgm:else>
            </dgm:choose>
          </dgm:else>
        </dgm:choose>
        <dgm:layoutNode name="Accent" styleLbl="alignNode1">
          <dgm:varLst>
            <dgm:chMax val="0"/>
            <dgm:chPref val="0"/>
          </dgm:varLst>
          <dgm:alg type="sp"/>
          <dgm:shape xmlns:r="http://schemas.openxmlformats.org/officeDocument/2006/relationships" type="donut" r:blip="">
            <dgm:adjLst>
              <dgm:adj idx="1" val="0.1101"/>
            </dgm:adjLst>
          </dgm:shape>
          <dgm:presOf/>
        </dgm:layoutNode>
        <dgm:layoutNode name="Image" styleLbl="bgImgPlace1">
          <dgm:varLst>
            <dgm:chMax val="0"/>
            <dgm:chPref val="0"/>
            <dgm:bulletEnabled val="1"/>
          </dgm:varLst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Parent" styleLbl="fgAccFollowNode1">
          <dgm:varLst>
            <dgm:chMax val="0"/>
            <dgm:chPref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ellipse" r:blip="">
            <dgm:adjLst/>
          </dgm:shape>
          <dgm:presOf axis="desOrSelf" ptType="node"/>
          <dgm:constrLst>
            <dgm:constr type="lMarg" refType="primFontSz" fact="0"/>
            <dgm:constr type="rMarg" refType="primFontSz" fact="0"/>
            <dgm:constr type="tMarg" refType="primFontSz" fact="0"/>
            <dgm:constr type="bMarg" refType="primFontSz" fact="0"/>
          </dgm:constrLst>
          <dgm:ruleLst>
            <dgm:rule type="primFontSz" val="5" fact="NaN" max="NaN"/>
          </dgm:ruleLst>
        </dgm:layoutNode>
        <dgm:layoutNode name="Space">
          <dgm:varLst>
            <dgm:chMax val="0"/>
            <dgm:chPref val="0"/>
          </dgm:varLst>
          <dgm:alg type="sp"/>
          <dgm:shape xmlns:r="http://schemas.openxmlformats.org/officeDocument/2006/relationships" r:blip="">
            <dgm:adjLst/>
          </dgm:shape>
          <dgm:presOf/>
        </dgm:layoutNode>
      </dgm:layoutNode>
      <dgm:forEach name="Name31" axis="followSib" ptType="sibTrans" cnt="1">
        <dgm:layoutNode name="ConnectorComposite">
          <dgm:alg type="composite">
            <dgm:param type="ar" val=".4"/>
          </dgm:alg>
          <dgm:shape xmlns:r="http://schemas.openxmlformats.org/officeDocument/2006/relationships" r:blip="">
            <dgm:adjLst/>
          </dgm:shape>
          <dgm:constrLst>
            <dgm:constr type="l" for="ch" forName="TopSpacing" refType="w" fact="0"/>
            <dgm:constr type="t" for="ch" forName="TopSpacing" refType="h" fact="0"/>
            <dgm:constr type="h" for="ch" forName="TopSpacing" refType="h" fact="0.3"/>
            <dgm:constr type="w" for="ch" forName="TopSpacing" refType="w"/>
            <dgm:constr type="l" for="ch" forName="Connector" refType="w" fact="0"/>
            <dgm:constr type="t" for="ch" forName="Connector" refType="h" fact="0.3"/>
            <dgm:constr type="h" for="ch" forName="Connector" refType="h" fact="0.4"/>
            <dgm:constr type="w" for="ch" forName="Connector" refType="h" refFor="ch" refForName="Connector"/>
            <dgm:constr type="l" for="ch" forName="BottomSpacing" refType="w" fact="0"/>
            <dgm:constr type="t" for="ch" forName="BottomSpacing" refType="h" fact="0.7"/>
            <dgm:constr type="h" for="ch" forName="BottomSpacing" refType="h" fact="0.3"/>
            <dgm:constr type="w" for="ch" forName="BottomSpacing" refType="w"/>
          </dgm:constrLst>
          <dgm:layoutNode name="TopSpacing">
            <dgm:alg type="sp"/>
            <dgm:shape xmlns:r="http://schemas.openxmlformats.org/officeDocument/2006/relationships" r:blip="">
              <dgm:adjLst/>
            </dgm:shape>
          </dgm:layoutNode>
          <dgm:layoutNode name="Connector" styleLbl="alignNode1">
            <dgm:alg type="sp"/>
            <dgm:shape xmlns:r="http://schemas.openxmlformats.org/officeDocument/2006/relationships" type="flowChartConnector" r:blip="">
              <dgm:adjLst/>
            </dgm:shape>
            <dgm:presOf/>
          </dgm:layoutNode>
          <dgm:layoutNode name="BottomSpacing">
            <dgm:alg type="sp"/>
            <dgm:shape xmlns:r="http://schemas.openxmlformats.org/officeDocument/2006/relationships" r:blip="">
              <dgm:adjLst/>
            </dgm:shape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11209929-FAFF-4CF1-956E-C34BE4788FDD}" type="datetimeFigureOut">
              <a:rPr lang="fr-FR"/>
              <a:pPr>
                <a:defRPr/>
              </a:pPr>
              <a:t>02/12/2025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94617A5C-9C43-45A3-AA17-D82332962ECB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6D533DB9-2653-437A-9CC8-10924A725364}" type="datetimeFigureOut">
              <a:rPr lang="fr-FR"/>
              <a:pPr>
                <a:defRPr/>
              </a:pPr>
              <a:t>02/12/2025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2A656EF2-8D12-49DD-A935-52D5FECFEED9}" type="slidenum">
              <a:rPr lang="fr-FR" altLang="fr-FR"/>
              <a:pPr/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Espace réservé des not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altLang="fr-FR"/>
          </a:p>
        </p:txBody>
      </p:sp>
      <p:sp>
        <p:nvSpPr>
          <p:cNvPr id="92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/>
              </a:defRPr>
            </a:lvl9pPr>
          </a:lstStyle>
          <a:p>
            <a:fld id="{2C22C5AF-85F6-4689-9AD7-E7096A18A3A9}" type="slidenum">
              <a:rPr lang="fr-FR" altLang="fr-FR"/>
              <a:pPr/>
              <a:t>5</a:t>
            </a:fld>
            <a:endParaRPr lang="fr-FR" alt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Espace réservé des not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fr-FR" altLang="fr-FR"/>
              <a:t>Sécurité :Authentification sécurisée, gestion des rôles (RBAC), protection CSRF.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/>
              <a:t>Performance: Temps de réponse optimisé pour une navigation fluide, gestion efficace des requêtes.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/>
              <a:t>Accessibilité: Interface responsive accessible depuis n’importe quel appareil (mobile, tablette, desktop).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/>
              <a:t>Fiabilité: Garantie de disponibilité et de stabilité du système même en cas de forte charge.</a:t>
            </a:r>
          </a:p>
          <a:p>
            <a:pPr eaLnBrk="1" hangingPunct="1">
              <a:spcBef>
                <a:spcPct val="0"/>
              </a:spcBef>
            </a:pPr>
            <a:r>
              <a:rPr lang="fr-FR" altLang="fr-FR"/>
              <a:t>Maintenabilité: Code structuré en suivant le modèle MVC, facilitant les mises à jour et la maintenance future.</a:t>
            </a:r>
          </a:p>
          <a:p>
            <a:pPr eaLnBrk="1" hangingPunct="1">
              <a:spcBef>
                <a:spcPct val="0"/>
              </a:spcBef>
            </a:pPr>
            <a:endParaRPr lang="fr-FR" altLang="fr-FR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ptos"/>
              </a:defRPr>
            </a:lvl1pPr>
            <a:lvl2pPr marL="742950" indent="-285750">
              <a:defRPr>
                <a:solidFill>
                  <a:schemeClr val="tx1"/>
                </a:solidFill>
                <a:latin typeface="Aptos"/>
              </a:defRPr>
            </a:lvl2pPr>
            <a:lvl3pPr marL="1143000" indent="-228600">
              <a:defRPr>
                <a:solidFill>
                  <a:schemeClr val="tx1"/>
                </a:solidFill>
                <a:latin typeface="Aptos"/>
              </a:defRPr>
            </a:lvl3pPr>
            <a:lvl4pPr marL="1600200" indent="-228600">
              <a:defRPr>
                <a:solidFill>
                  <a:schemeClr val="tx1"/>
                </a:solidFill>
                <a:latin typeface="Aptos"/>
              </a:defRPr>
            </a:lvl4pPr>
            <a:lvl5pPr marL="2057400" indent="-228600">
              <a:defRPr>
                <a:solidFill>
                  <a:schemeClr val="tx1"/>
                </a:solidFill>
                <a:latin typeface="Apto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ptos"/>
              </a:defRPr>
            </a:lvl9pPr>
          </a:lstStyle>
          <a:p>
            <a:fld id="{108EBBAB-0CF6-429C-A9F7-955E5ED1308B}" type="slidenum">
              <a:rPr lang="fr-FR" altLang="fr-FR"/>
              <a:pPr/>
              <a:t>11</a:t>
            </a:fld>
            <a:endParaRPr lang="fr-FR" alt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17BD97-B02D-4714-BDAF-3F992AF5AF99}" type="datetimeFigureOut">
              <a:rPr lang="fr-FR"/>
              <a:pPr>
                <a:defRPr/>
              </a:pPr>
              <a:t>02/12/2025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A2CFC0-D88F-4B04-85B2-70DDD70BDBF5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634523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35BB6C-4F5F-4EED-93F5-8C0739481F77}" type="datetimeFigureOut">
              <a:rPr lang="fr-FR"/>
              <a:pPr>
                <a:defRPr/>
              </a:pPr>
              <a:t>02/12/2025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D3D5F7-2EA2-44D0-A0BA-ECD126CDB5BF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831026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89F59-526B-445F-BE6B-03FC57980827}" type="datetimeFigureOut">
              <a:rPr lang="fr-FR"/>
              <a:pPr>
                <a:defRPr/>
              </a:pPr>
              <a:t>02/12/2025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4DD42B-C11A-4AF1-A118-A4D04DB5860B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361113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D75F82-4772-4734-8BB4-6A82C2D60644}" type="datetimeFigureOut">
              <a:rPr lang="fr-FR"/>
              <a:pPr>
                <a:defRPr/>
              </a:pPr>
              <a:t>02/12/2025</a:t>
            </a:fld>
            <a:endParaRPr lang="fr-FR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6EF642-AD29-4F9A-BC48-4091C1161AFD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801331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497A49-A953-472A-AB00-F13B75BCF380}" type="datetimeFigureOut">
              <a:rPr lang="fr-FR"/>
              <a:pPr>
                <a:defRPr/>
              </a:pPr>
              <a:t>02/12/2025</a:t>
            </a:fld>
            <a:endParaRPr lang="fr-FR"/>
          </a:p>
        </p:txBody>
      </p:sp>
      <p:sp>
        <p:nvSpPr>
          <p:cNvPr id="8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6E4789-A8DF-4122-A779-C7B41E11CDF4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128646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836F8E-5CBB-43F2-9792-42BE2585B4FF}" type="datetimeFigureOut">
              <a:rPr lang="fr-FR"/>
              <a:pPr>
                <a:defRPr/>
              </a:pPr>
              <a:t>02/12/2025</a:t>
            </a:fld>
            <a:endParaRPr lang="fr-FR"/>
          </a:p>
        </p:txBody>
      </p:sp>
      <p:sp>
        <p:nvSpPr>
          <p:cNvPr id="4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6E1D91-6B8F-401C-B5FC-5F8FB9163DFE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165517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4BDC92-962F-4E41-BA66-49C214F40DF6}" type="datetimeFigureOut">
              <a:rPr lang="fr-FR"/>
              <a:pPr>
                <a:defRPr/>
              </a:pPr>
              <a:t>02/12/2025</a:t>
            </a:fld>
            <a:endParaRPr lang="fr-FR"/>
          </a:p>
        </p:txBody>
      </p:sp>
      <p:sp>
        <p:nvSpPr>
          <p:cNvPr id="3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EFC55A-BD0E-45F4-B490-E7D8141E1BA8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197183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91EDF9-70AD-403D-8840-5076536C35F5}" type="datetimeFigureOut">
              <a:rPr lang="fr-FR"/>
              <a:pPr>
                <a:defRPr/>
              </a:pPr>
              <a:t>02/12/2025</a:t>
            </a:fld>
            <a:endParaRPr lang="fr-FR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85E118-B3BA-4360-91D8-BBD790E592E4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563510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DFFF97-91B3-425F-AD68-C32933532C8A}" type="datetimeFigureOut">
              <a:rPr lang="fr-FR"/>
              <a:pPr>
                <a:defRPr/>
              </a:pPr>
              <a:t>02/12/2025</a:t>
            </a:fld>
            <a:endParaRPr lang="fr-FR"/>
          </a:p>
        </p:txBody>
      </p:sp>
      <p:sp>
        <p:nvSpPr>
          <p:cNvPr id="6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71EA32-FE65-446B-BC2F-56FF32C9D1D1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603472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E778F9-69D6-4CAC-A015-E797D9F44652}" type="datetimeFigureOut">
              <a:rPr lang="fr-FR"/>
              <a:pPr>
                <a:defRPr/>
              </a:pPr>
              <a:t>02/12/2025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D26AEF-C7CB-40AE-9645-6A2701A1C74A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966229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8F146D-9FF1-40B3-BFA8-1826C67FCEB5}" type="datetimeFigureOut">
              <a:rPr lang="fr-FR"/>
              <a:pPr>
                <a:defRPr/>
              </a:pPr>
              <a:t>02/12/2025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6DED99-C76E-43A8-9FE9-844C07CB12E4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778955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Modifiez le style du titre</a:t>
            </a:r>
          </a:p>
        </p:txBody>
      </p:sp>
      <p:sp>
        <p:nvSpPr>
          <p:cNvPr id="1027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3DC322DD-0069-45A3-B7B6-6959BD5D8DE6}" type="datetimeFigureOut">
              <a:rPr lang="fr-FR"/>
              <a:pPr>
                <a:defRPr/>
              </a:pPr>
              <a:t>02/12/2025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767676"/>
                </a:solidFill>
              </a:defRPr>
            </a:lvl1pPr>
          </a:lstStyle>
          <a:p>
            <a:fld id="{04CA3C43-3D3E-4E93-85F3-424B4FADFF87}" type="slidenum">
              <a:rPr lang="fr-FR" altLang="fr-FR"/>
              <a:pPr/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3" Type="http://schemas.openxmlformats.org/officeDocument/2006/relationships/diagramLayout" Target="../diagrams/layout5.xml"/><Relationship Id="rId7" Type="http://schemas.openxmlformats.org/officeDocument/2006/relationships/diagramData" Target="../diagrams/data6.xml"/><Relationship Id="rId12" Type="http://schemas.openxmlformats.org/officeDocument/2006/relationships/image" Target="../media/image24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11" Type="http://schemas.microsoft.com/office/2007/relationships/diagramDrawing" Target="../diagrams/drawing6.xml"/><Relationship Id="rId5" Type="http://schemas.openxmlformats.org/officeDocument/2006/relationships/diagramColors" Target="../diagrams/colors5.xml"/><Relationship Id="rId10" Type="http://schemas.openxmlformats.org/officeDocument/2006/relationships/diagramColors" Target="../diagrams/colors6.xml"/><Relationship Id="rId4" Type="http://schemas.openxmlformats.org/officeDocument/2006/relationships/diagramQuickStyle" Target="../diagrams/quickStyle5.xml"/><Relationship Id="rId9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16063" y="1506538"/>
            <a:ext cx="9144000" cy="23876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fr-FR" dirty="0"/>
              <a:t>Réalisation d’une plateforme place de marché des services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16063" y="4349751"/>
            <a:ext cx="9144000" cy="755650"/>
          </a:xfrm>
        </p:spPr>
        <p:txBody>
          <a:bodyPr/>
          <a:lstStyle/>
          <a:p>
            <a:pPr eaLnBrk="1" hangingPunct="1"/>
            <a:r>
              <a:rPr lang="fr-FR" altLang="fr-FR" dirty="0"/>
              <a:t>Présenté par </a:t>
            </a:r>
            <a:br>
              <a:rPr lang="fr-FR" altLang="fr-FR" dirty="0"/>
            </a:br>
            <a:r>
              <a:rPr lang="fr-FR" altLang="fr-FR" b="1" dirty="0"/>
              <a:t>Zayeni Hamza                             </a:t>
            </a:r>
          </a:p>
        </p:txBody>
      </p:sp>
      <p:sp>
        <p:nvSpPr>
          <p:cNvPr id="4" name="Rectangle 3"/>
          <p:cNvSpPr/>
          <p:nvPr/>
        </p:nvSpPr>
        <p:spPr>
          <a:xfrm>
            <a:off x="-14288" y="-14288"/>
            <a:ext cx="12206288" cy="14144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-4763" y="5824538"/>
            <a:ext cx="12206288" cy="10445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pic>
        <p:nvPicPr>
          <p:cNvPr id="11" name="Image 10" descr="Une image contenant texte, Police, Graphique, logo&#10;&#10;Le contenu généré par l’IA peut être incorrect.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338" y="180975"/>
            <a:ext cx="922337" cy="103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Image 12" descr="Une image contenant smiley, émoticône, sourire, dessin humoristique&#10;&#10;Le contenu généré par l’IA peut être incorrect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9506" y="263525"/>
            <a:ext cx="1030287" cy="103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ZoneTexte 16"/>
          <p:cNvSpPr txBox="1">
            <a:spLocks noChangeArrowheads="1"/>
          </p:cNvSpPr>
          <p:nvPr/>
        </p:nvSpPr>
        <p:spPr bwMode="auto">
          <a:xfrm>
            <a:off x="2282825" y="92075"/>
            <a:ext cx="7624763" cy="1201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ptos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ptos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ptos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fr-FR" sz="1800">
                <a:solidFill>
                  <a:schemeClr val="bg1"/>
                </a:solidFill>
              </a:rPr>
              <a:t>Ministère de L’Enseignement Supérieur et de la Recherche Scientifique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fr-FR" sz="1800">
                <a:solidFill>
                  <a:schemeClr val="bg1"/>
                </a:solidFill>
              </a:rPr>
              <a:t>*** 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fr-FR" sz="1800">
                <a:solidFill>
                  <a:schemeClr val="bg1"/>
                </a:solidFill>
              </a:rPr>
              <a:t>Direction Générale des Etudes Technologiques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fr-FR" altLang="fr-FR" sz="1800">
                <a:solidFill>
                  <a:schemeClr val="bg1"/>
                </a:solidFill>
              </a:rPr>
              <a:t>Institut Supérieur des Etudes technologiques de Sidi Bouzid</a:t>
            </a:r>
          </a:p>
        </p:txBody>
      </p:sp>
      <p:sp>
        <p:nvSpPr>
          <p:cNvPr id="4105" name="Rectangle 21"/>
          <p:cNvSpPr>
            <a:spLocks noChangeArrowheads="1"/>
          </p:cNvSpPr>
          <p:nvPr/>
        </p:nvSpPr>
        <p:spPr bwMode="auto">
          <a:xfrm>
            <a:off x="4148138" y="6326188"/>
            <a:ext cx="33591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55613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Aptos"/>
              </a:defRPr>
            </a:lvl1pPr>
            <a:lvl2pPr marL="742950" indent="-285750" defTabSz="4556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ptos"/>
              </a:defRPr>
            </a:lvl2pPr>
            <a:lvl3pPr marL="1143000" indent="-228600" defTabSz="4556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ptos"/>
              </a:defRPr>
            </a:lvl3pPr>
            <a:lvl4pPr marL="1600200" indent="-228600" defTabSz="4556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/>
              </a:defRPr>
            </a:lvl4pPr>
            <a:lvl5pPr marL="2057400" indent="-228600" defTabSz="455613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/>
              </a:defRPr>
            </a:lvl5pPr>
            <a:lvl6pPr marL="2514600" indent="-228600" defTabSz="4556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/>
              </a:defRPr>
            </a:lvl6pPr>
            <a:lvl7pPr marL="2971800" indent="-228600" defTabSz="4556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/>
              </a:defRPr>
            </a:lvl7pPr>
            <a:lvl8pPr marL="3429000" indent="-228600" defTabSz="4556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/>
              </a:defRPr>
            </a:lvl8pPr>
            <a:lvl9pPr marL="3886200" indent="-228600" defTabSz="455613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Aptos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rgbClr val="253D75"/>
              </a:buClr>
              <a:buSzPts val="1800"/>
              <a:buFontTx/>
              <a:buNone/>
            </a:pPr>
            <a:r>
              <a:rPr lang="fr-FR" altLang="fr-FR" sz="1800">
                <a:solidFill>
                  <a:schemeClr val="bg1"/>
                </a:solidFill>
                <a:cs typeface="Times New Roman" panose="02020603050405020304" pitchFamily="18" charset="0"/>
                <a:sym typeface="Times New Roman" panose="02020603050405020304" pitchFamily="18" charset="0"/>
              </a:rPr>
              <a:t>Année universitaire :  </a:t>
            </a:r>
            <a:r>
              <a:rPr lang="fr-FR" altLang="fr-FR" sz="1800" b="1">
                <a:solidFill>
                  <a:schemeClr val="bg1"/>
                </a:solidFill>
                <a:cs typeface="Times New Roman" panose="02020603050405020304" pitchFamily="18" charset="0"/>
                <a:sym typeface="Times New Roman" panose="02020603050405020304" pitchFamily="18" charset="0"/>
              </a:rPr>
              <a:t>2025/2026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>
                <a:srgbClr val="253D75"/>
              </a:buClr>
              <a:buSzPts val="1800"/>
              <a:buFontTx/>
              <a:buNone/>
            </a:pPr>
            <a:endParaRPr lang="fr-FR" altLang="fr-FR" sz="1800">
              <a:solidFill>
                <a:schemeClr val="bg1"/>
              </a:solidFill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250" tmFilter="0,0; .5, 1; 1, 1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0" y="0"/>
            <a:ext cx="12192000" cy="1576388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16" name="Rectangl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71600" y="349250"/>
            <a:ext cx="10044113" cy="877888"/>
          </a:xfrm>
        </p:spPr>
        <p:txBody>
          <a:bodyPr/>
          <a:lstStyle/>
          <a:p>
            <a:pPr eaLnBrk="1" hangingPunct="1"/>
            <a:r>
              <a:rPr lang="fr-FR" altLang="fr-FR" sz="4000">
                <a:solidFill>
                  <a:srgbClr val="FFFFFF"/>
                </a:solidFill>
              </a:rPr>
              <a:t>DEMARCHE</a:t>
            </a:r>
          </a:p>
        </p:txBody>
      </p:sp>
      <p:sp>
        <p:nvSpPr>
          <p:cNvPr id="4" name="Forme libre : forme 3"/>
          <p:cNvSpPr/>
          <p:nvPr/>
        </p:nvSpPr>
        <p:spPr>
          <a:xfrm>
            <a:off x="2973388" y="3197225"/>
            <a:ext cx="1774825" cy="88900"/>
          </a:xfrm>
          <a:custGeom>
            <a:avLst/>
            <a:gdLst>
              <a:gd name="connsiteX0" fmla="*/ 0 w 505093"/>
              <a:gd name="connsiteY0" fmla="*/ 45720 h 91440"/>
              <a:gd name="connsiteX1" fmla="*/ 505093 w 505093"/>
              <a:gd name="connsiteY1" fmla="*/ 45720 h 91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5093" h="91440">
                <a:moveTo>
                  <a:pt x="0" y="45720"/>
                </a:moveTo>
                <a:lnTo>
                  <a:pt x="505093" y="45720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5">
              <a:hueOff val="0"/>
              <a:satOff val="0"/>
              <a:lumOff val="0"/>
              <a:alphaOff val="0"/>
            </a:schemeClr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lIns="251854" tIns="43042" rIns="251855" bIns="43042" spcCol="1270" anchor="ctr"/>
          <a:lstStyle/>
          <a:p>
            <a:pPr algn="ctr" defTabSz="222250" eaLnBrk="1" fontAlgn="auto" hangingPunct="1">
              <a:lnSpc>
                <a:spcPct val="90000"/>
              </a:lnSpc>
              <a:spcAft>
                <a:spcPct val="35000"/>
              </a:spcAft>
              <a:defRPr/>
            </a:pPr>
            <a:endParaRPr lang="fr-FR" sz="500" dirty="0"/>
          </a:p>
        </p:txBody>
      </p:sp>
      <p:sp>
        <p:nvSpPr>
          <p:cNvPr id="6" name="Forme libre : forme 5"/>
          <p:cNvSpPr/>
          <p:nvPr/>
        </p:nvSpPr>
        <p:spPr>
          <a:xfrm>
            <a:off x="646113" y="2543175"/>
            <a:ext cx="2328862" cy="1398588"/>
          </a:xfrm>
          <a:custGeom>
            <a:avLst/>
            <a:gdLst>
              <a:gd name="connsiteX0" fmla="*/ 0 w 2329100"/>
              <a:gd name="connsiteY0" fmla="*/ 0 h 1397460"/>
              <a:gd name="connsiteX1" fmla="*/ 2329100 w 2329100"/>
              <a:gd name="connsiteY1" fmla="*/ 0 h 1397460"/>
              <a:gd name="connsiteX2" fmla="*/ 2329100 w 2329100"/>
              <a:gd name="connsiteY2" fmla="*/ 1397460 h 1397460"/>
              <a:gd name="connsiteX3" fmla="*/ 0 w 2329100"/>
              <a:gd name="connsiteY3" fmla="*/ 1397460 h 1397460"/>
              <a:gd name="connsiteX4" fmla="*/ 0 w 2329100"/>
              <a:gd name="connsiteY4" fmla="*/ 0 h 1397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29100" h="1397460">
                <a:moveTo>
                  <a:pt x="0" y="0"/>
                </a:moveTo>
                <a:lnTo>
                  <a:pt x="2329100" y="0"/>
                </a:lnTo>
                <a:lnTo>
                  <a:pt x="2329100" y="1397460"/>
                </a:lnTo>
                <a:lnTo>
                  <a:pt x="0" y="139746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5">
              <a:hueOff val="0"/>
              <a:satOff val="0"/>
              <a:lumOff val="0"/>
              <a:alphaOff val="0"/>
            </a:schemeClr>
          </a:fillRef>
          <a:effectRef idx="3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lIns="114128" tIns="119797" rIns="114128" bIns="119797" spcCol="1270" anchor="ctr"/>
          <a:lstStyle/>
          <a:p>
            <a:pPr algn="ctr" defTabSz="889000" eaLnBrk="1" fontAlgn="auto" hangingPunct="1">
              <a:lnSpc>
                <a:spcPct val="90000"/>
              </a:lnSpc>
              <a:spcAft>
                <a:spcPct val="35000"/>
              </a:spcAft>
              <a:defRPr/>
            </a:pPr>
            <a:r>
              <a:rPr lang="fr-FR" sz="2000" dirty="0"/>
              <a:t>INTRODUCTION</a:t>
            </a:r>
          </a:p>
        </p:txBody>
      </p:sp>
      <p:sp>
        <p:nvSpPr>
          <p:cNvPr id="7" name="Forme libre : forme 6"/>
          <p:cNvSpPr/>
          <p:nvPr/>
        </p:nvSpPr>
        <p:spPr>
          <a:xfrm>
            <a:off x="5838825" y="3197225"/>
            <a:ext cx="3402013" cy="90488"/>
          </a:xfrm>
          <a:custGeom>
            <a:avLst/>
            <a:gdLst>
              <a:gd name="connsiteX0" fmla="*/ 0 w 505093"/>
              <a:gd name="connsiteY0" fmla="*/ 45720 h 91440"/>
              <a:gd name="connsiteX1" fmla="*/ 505093 w 505093"/>
              <a:gd name="connsiteY1" fmla="*/ 45720 h 91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5093" h="91440">
                <a:moveTo>
                  <a:pt x="0" y="45720"/>
                </a:moveTo>
                <a:lnTo>
                  <a:pt x="505093" y="45720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5">
              <a:hueOff val="-2025358"/>
              <a:satOff val="-138"/>
              <a:lumOff val="327"/>
              <a:alphaOff val="0"/>
            </a:schemeClr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lIns="251855" tIns="43042" rIns="251854" bIns="43042" spcCol="1270" anchor="ctr"/>
          <a:lstStyle/>
          <a:p>
            <a:pPr algn="ctr" defTabSz="222250" eaLnBrk="1" fontAlgn="auto" hangingPunct="1">
              <a:lnSpc>
                <a:spcPct val="90000"/>
              </a:lnSpc>
              <a:spcAft>
                <a:spcPct val="35000"/>
              </a:spcAft>
              <a:defRPr/>
            </a:pPr>
            <a:endParaRPr lang="fr-FR" sz="500" dirty="0"/>
          </a:p>
        </p:txBody>
      </p:sp>
      <p:sp>
        <p:nvSpPr>
          <p:cNvPr id="8" name="Forme libre : forme 7"/>
          <p:cNvSpPr/>
          <p:nvPr/>
        </p:nvSpPr>
        <p:spPr>
          <a:xfrm>
            <a:off x="4781550" y="2497138"/>
            <a:ext cx="2328863" cy="1400175"/>
          </a:xfrm>
          <a:custGeom>
            <a:avLst/>
            <a:gdLst>
              <a:gd name="connsiteX0" fmla="*/ 0 w 2329100"/>
              <a:gd name="connsiteY0" fmla="*/ 0 h 1397460"/>
              <a:gd name="connsiteX1" fmla="*/ 2329100 w 2329100"/>
              <a:gd name="connsiteY1" fmla="*/ 0 h 1397460"/>
              <a:gd name="connsiteX2" fmla="*/ 2329100 w 2329100"/>
              <a:gd name="connsiteY2" fmla="*/ 1397460 h 1397460"/>
              <a:gd name="connsiteX3" fmla="*/ 0 w 2329100"/>
              <a:gd name="connsiteY3" fmla="*/ 1397460 h 1397460"/>
              <a:gd name="connsiteX4" fmla="*/ 0 w 2329100"/>
              <a:gd name="connsiteY4" fmla="*/ 0 h 1397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29100" h="1397460">
                <a:moveTo>
                  <a:pt x="0" y="0"/>
                </a:moveTo>
                <a:lnTo>
                  <a:pt x="2329100" y="0"/>
                </a:lnTo>
                <a:lnTo>
                  <a:pt x="2329100" y="1397460"/>
                </a:lnTo>
                <a:lnTo>
                  <a:pt x="0" y="139746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5">
              <a:hueOff val="-1736021"/>
              <a:satOff val="-118"/>
              <a:lumOff val="280"/>
              <a:alphaOff val="0"/>
            </a:schemeClr>
          </a:fillRef>
          <a:effectRef idx="3">
            <a:schemeClr val="accent5">
              <a:hueOff val="-1736021"/>
              <a:satOff val="-118"/>
              <a:lumOff val="280"/>
              <a:alphaOff val="0"/>
            </a:schemeClr>
          </a:effectRef>
          <a:fontRef idx="minor">
            <a:schemeClr val="lt1"/>
          </a:fontRef>
        </p:style>
        <p:txBody>
          <a:bodyPr lIns="114128" tIns="119797" rIns="114128" bIns="119797" spcCol="1270" anchor="ctr"/>
          <a:lstStyle/>
          <a:p>
            <a:pPr algn="ctr" defTabSz="889000" eaLnBrk="1" fontAlgn="auto" hangingPunct="1">
              <a:lnSpc>
                <a:spcPct val="90000"/>
              </a:lnSpc>
              <a:spcAft>
                <a:spcPct val="35000"/>
              </a:spcAft>
              <a:defRPr/>
            </a:pPr>
            <a:r>
              <a:rPr lang="fr-FR" sz="2000" dirty="0"/>
              <a:t>CADRE GENERAL</a:t>
            </a:r>
          </a:p>
        </p:txBody>
      </p:sp>
      <p:sp>
        <p:nvSpPr>
          <p:cNvPr id="13" name="Forme libre : forme 12"/>
          <p:cNvSpPr/>
          <p:nvPr/>
        </p:nvSpPr>
        <p:spPr>
          <a:xfrm>
            <a:off x="1811338" y="3938588"/>
            <a:ext cx="8593137" cy="506412"/>
          </a:xfrm>
          <a:custGeom>
            <a:avLst/>
            <a:gdLst>
              <a:gd name="connsiteX0" fmla="*/ 8594380 w 8594380"/>
              <a:gd name="connsiteY0" fmla="*/ 0 h 505093"/>
              <a:gd name="connsiteX1" fmla="*/ 8594380 w 8594380"/>
              <a:gd name="connsiteY1" fmla="*/ 269646 h 505093"/>
              <a:gd name="connsiteX2" fmla="*/ 0 w 8594380"/>
              <a:gd name="connsiteY2" fmla="*/ 269646 h 505093"/>
              <a:gd name="connsiteX3" fmla="*/ 0 w 8594380"/>
              <a:gd name="connsiteY3" fmla="*/ 505093 h 505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94380" h="505093">
                <a:moveTo>
                  <a:pt x="8594380" y="0"/>
                </a:moveTo>
                <a:lnTo>
                  <a:pt x="8594380" y="269646"/>
                </a:lnTo>
                <a:lnTo>
                  <a:pt x="0" y="269646"/>
                </a:lnTo>
                <a:lnTo>
                  <a:pt x="0" y="505093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5">
              <a:hueOff val="-6076075"/>
              <a:satOff val="-413"/>
              <a:lumOff val="981"/>
              <a:alphaOff val="0"/>
            </a:schemeClr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lIns="4094614" tIns="249869" rIns="4094614" bIns="249868" spcCol="1270" anchor="ctr"/>
          <a:lstStyle/>
          <a:p>
            <a:pPr algn="ctr" defTabSz="222250" eaLnBrk="1" fontAlgn="auto" hangingPunct="1">
              <a:lnSpc>
                <a:spcPct val="90000"/>
              </a:lnSpc>
              <a:spcAft>
                <a:spcPct val="35000"/>
              </a:spcAft>
              <a:defRPr/>
            </a:pPr>
            <a:endParaRPr lang="fr-FR" sz="500" dirty="0"/>
          </a:p>
        </p:txBody>
      </p:sp>
      <p:sp>
        <p:nvSpPr>
          <p:cNvPr id="15" name="Forme libre : forme 14"/>
          <p:cNvSpPr/>
          <p:nvPr/>
        </p:nvSpPr>
        <p:spPr>
          <a:xfrm>
            <a:off x="9240838" y="2543175"/>
            <a:ext cx="2328862" cy="1398588"/>
          </a:xfrm>
          <a:custGeom>
            <a:avLst/>
            <a:gdLst>
              <a:gd name="connsiteX0" fmla="*/ 0 w 2329100"/>
              <a:gd name="connsiteY0" fmla="*/ 0 h 1397460"/>
              <a:gd name="connsiteX1" fmla="*/ 2329100 w 2329100"/>
              <a:gd name="connsiteY1" fmla="*/ 0 h 1397460"/>
              <a:gd name="connsiteX2" fmla="*/ 2329100 w 2329100"/>
              <a:gd name="connsiteY2" fmla="*/ 1397460 h 1397460"/>
              <a:gd name="connsiteX3" fmla="*/ 0 w 2329100"/>
              <a:gd name="connsiteY3" fmla="*/ 1397460 h 1397460"/>
              <a:gd name="connsiteX4" fmla="*/ 0 w 2329100"/>
              <a:gd name="connsiteY4" fmla="*/ 0 h 1397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29100" h="1397460">
                <a:moveTo>
                  <a:pt x="0" y="0"/>
                </a:moveTo>
                <a:lnTo>
                  <a:pt x="2329100" y="0"/>
                </a:lnTo>
                <a:lnTo>
                  <a:pt x="2329100" y="1397460"/>
                </a:lnTo>
                <a:lnTo>
                  <a:pt x="0" y="139746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5">
              <a:hueOff val="-5208064"/>
              <a:satOff val="-354"/>
              <a:lumOff val="840"/>
              <a:alphaOff val="0"/>
            </a:schemeClr>
          </a:fillRef>
          <a:effectRef idx="3">
            <a:schemeClr val="accent5">
              <a:hueOff val="-5208064"/>
              <a:satOff val="-354"/>
              <a:lumOff val="840"/>
              <a:alphaOff val="0"/>
            </a:schemeClr>
          </a:effectRef>
          <a:fontRef idx="minor">
            <a:schemeClr val="lt1"/>
          </a:fontRef>
        </p:style>
        <p:txBody>
          <a:bodyPr lIns="114128" tIns="119797" rIns="114128" bIns="119797" spcCol="1270" anchor="ctr"/>
          <a:lstStyle/>
          <a:p>
            <a:pPr algn="ctr" defTabSz="889000" eaLnBrk="1" fontAlgn="auto" hangingPunct="1">
              <a:lnSpc>
                <a:spcPct val="90000"/>
              </a:lnSpc>
              <a:spcAft>
                <a:spcPct val="35000"/>
              </a:spcAft>
              <a:defRPr/>
            </a:pPr>
            <a:r>
              <a:rPr lang="fr-FR" sz="2000" dirty="0"/>
              <a:t>ANALYSE FONCTIONNELLE</a:t>
            </a:r>
          </a:p>
        </p:txBody>
      </p:sp>
      <p:sp>
        <p:nvSpPr>
          <p:cNvPr id="17" name="Forme libre : forme 16"/>
          <p:cNvSpPr/>
          <p:nvPr/>
        </p:nvSpPr>
        <p:spPr>
          <a:xfrm>
            <a:off x="2973388" y="5133447"/>
            <a:ext cx="1758950" cy="109113"/>
          </a:xfrm>
          <a:custGeom>
            <a:avLst/>
            <a:gdLst>
              <a:gd name="connsiteX0" fmla="*/ 0 w 505093"/>
              <a:gd name="connsiteY0" fmla="*/ 45720 h 91440"/>
              <a:gd name="connsiteX1" fmla="*/ 505093 w 505093"/>
              <a:gd name="connsiteY1" fmla="*/ 45720 h 91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5093" h="91440">
                <a:moveTo>
                  <a:pt x="0" y="45720"/>
                </a:moveTo>
                <a:lnTo>
                  <a:pt x="505093" y="45720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5">
              <a:hueOff val="-8101434"/>
              <a:satOff val="-551"/>
              <a:lumOff val="1307"/>
              <a:alphaOff val="0"/>
            </a:schemeClr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lIns="251854" tIns="43041" rIns="251855" bIns="43043" spcCol="1270" anchor="ctr"/>
          <a:lstStyle/>
          <a:p>
            <a:pPr algn="ctr" defTabSz="222250" eaLnBrk="1" fontAlgn="auto" hangingPunct="1">
              <a:lnSpc>
                <a:spcPct val="90000"/>
              </a:lnSpc>
              <a:spcAft>
                <a:spcPct val="35000"/>
              </a:spcAft>
              <a:defRPr/>
            </a:pPr>
            <a:endParaRPr lang="fr-FR" sz="500" dirty="0"/>
          </a:p>
        </p:txBody>
      </p:sp>
      <p:sp>
        <p:nvSpPr>
          <p:cNvPr id="18" name="Forme libre : forme 17"/>
          <p:cNvSpPr/>
          <p:nvPr/>
        </p:nvSpPr>
        <p:spPr>
          <a:xfrm>
            <a:off x="646113" y="4476750"/>
            <a:ext cx="2328862" cy="1397000"/>
          </a:xfrm>
          <a:custGeom>
            <a:avLst/>
            <a:gdLst>
              <a:gd name="connsiteX0" fmla="*/ 0 w 2329100"/>
              <a:gd name="connsiteY0" fmla="*/ 0 h 1397460"/>
              <a:gd name="connsiteX1" fmla="*/ 2329100 w 2329100"/>
              <a:gd name="connsiteY1" fmla="*/ 0 h 1397460"/>
              <a:gd name="connsiteX2" fmla="*/ 2329100 w 2329100"/>
              <a:gd name="connsiteY2" fmla="*/ 1397460 h 1397460"/>
              <a:gd name="connsiteX3" fmla="*/ 0 w 2329100"/>
              <a:gd name="connsiteY3" fmla="*/ 1397460 h 1397460"/>
              <a:gd name="connsiteX4" fmla="*/ 0 w 2329100"/>
              <a:gd name="connsiteY4" fmla="*/ 0 h 1397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29100" h="1397460">
                <a:moveTo>
                  <a:pt x="0" y="0"/>
                </a:moveTo>
                <a:lnTo>
                  <a:pt x="2329100" y="0"/>
                </a:lnTo>
                <a:lnTo>
                  <a:pt x="2329100" y="1397460"/>
                </a:lnTo>
                <a:lnTo>
                  <a:pt x="0" y="139746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5">
              <a:hueOff val="-6944086"/>
              <a:satOff val="-472"/>
              <a:lumOff val="1121"/>
              <a:alphaOff val="0"/>
            </a:schemeClr>
          </a:fillRef>
          <a:effectRef idx="3">
            <a:schemeClr val="accent5">
              <a:hueOff val="-6944086"/>
              <a:satOff val="-472"/>
              <a:lumOff val="1121"/>
              <a:alphaOff val="0"/>
            </a:schemeClr>
          </a:effectRef>
          <a:fontRef idx="minor">
            <a:schemeClr val="lt1"/>
          </a:fontRef>
        </p:style>
        <p:txBody>
          <a:bodyPr lIns="114128" tIns="119797" rIns="114128" bIns="119797" spcCol="1270" anchor="ctr"/>
          <a:lstStyle/>
          <a:p>
            <a:pPr algn="ctr" defTabSz="889000" eaLnBrk="1" fontAlgn="auto" hangingPunct="1">
              <a:lnSpc>
                <a:spcPct val="90000"/>
              </a:lnSpc>
              <a:spcAft>
                <a:spcPct val="35000"/>
              </a:spcAft>
              <a:defRPr/>
            </a:pPr>
            <a:r>
              <a:rPr lang="fr-FR" sz="2000" dirty="0"/>
              <a:t>ENVIRONNEMENT DE TRAVAIL</a:t>
            </a:r>
          </a:p>
        </p:txBody>
      </p:sp>
      <p:sp>
        <p:nvSpPr>
          <p:cNvPr id="23" name="Forme libre : forme 22"/>
          <p:cNvSpPr/>
          <p:nvPr/>
        </p:nvSpPr>
        <p:spPr>
          <a:xfrm>
            <a:off x="9240838" y="4476750"/>
            <a:ext cx="2328862" cy="1397000"/>
          </a:xfrm>
          <a:custGeom>
            <a:avLst/>
            <a:gdLst>
              <a:gd name="connsiteX0" fmla="*/ 0 w 2329100"/>
              <a:gd name="connsiteY0" fmla="*/ 0 h 1397460"/>
              <a:gd name="connsiteX1" fmla="*/ 2329100 w 2329100"/>
              <a:gd name="connsiteY1" fmla="*/ 0 h 1397460"/>
              <a:gd name="connsiteX2" fmla="*/ 2329100 w 2329100"/>
              <a:gd name="connsiteY2" fmla="*/ 1397460 h 1397460"/>
              <a:gd name="connsiteX3" fmla="*/ 0 w 2329100"/>
              <a:gd name="connsiteY3" fmla="*/ 1397460 h 1397460"/>
              <a:gd name="connsiteX4" fmla="*/ 0 w 2329100"/>
              <a:gd name="connsiteY4" fmla="*/ 0 h 1397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29100" h="1397460">
                <a:moveTo>
                  <a:pt x="0" y="0"/>
                </a:moveTo>
                <a:lnTo>
                  <a:pt x="2329100" y="0"/>
                </a:lnTo>
                <a:lnTo>
                  <a:pt x="2329100" y="1397460"/>
                </a:lnTo>
                <a:lnTo>
                  <a:pt x="0" y="139746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5">
              <a:hueOff val="-12152150"/>
              <a:satOff val="-826"/>
              <a:lumOff val="1961"/>
              <a:alphaOff val="0"/>
            </a:schemeClr>
          </a:fillRef>
          <a:effectRef idx="3">
            <a:schemeClr val="accent5">
              <a:hueOff val="-12152150"/>
              <a:satOff val="-826"/>
              <a:lumOff val="1961"/>
              <a:alphaOff val="0"/>
            </a:schemeClr>
          </a:effectRef>
          <a:fontRef idx="minor">
            <a:schemeClr val="lt1"/>
          </a:fontRef>
        </p:style>
        <p:txBody>
          <a:bodyPr lIns="114128" tIns="119797" rIns="114128" bIns="119797" spcCol="1270" anchor="ctr"/>
          <a:lstStyle/>
          <a:p>
            <a:pPr algn="ctr" defTabSz="889000" eaLnBrk="1" fontAlgn="auto" hangingPunct="1">
              <a:lnSpc>
                <a:spcPct val="90000"/>
              </a:lnSpc>
              <a:spcAft>
                <a:spcPct val="35000"/>
              </a:spcAft>
              <a:defRPr/>
            </a:pPr>
            <a:r>
              <a:rPr lang="fr-FR" sz="2000" dirty="0"/>
              <a:t>CONCLUSION</a:t>
            </a:r>
          </a:p>
        </p:txBody>
      </p:sp>
      <p:sp>
        <p:nvSpPr>
          <p:cNvPr id="3" name="Forme libre : forme 2">
            <a:extLst>
              <a:ext uri="{FF2B5EF4-FFF2-40B4-BE49-F238E27FC236}">
                <a16:creationId xmlns:a16="http://schemas.microsoft.com/office/drawing/2014/main" id="{A32ED3C0-1190-C9C7-7568-75BCEA392882}"/>
              </a:ext>
            </a:extLst>
          </p:cNvPr>
          <p:cNvSpPr/>
          <p:nvPr/>
        </p:nvSpPr>
        <p:spPr>
          <a:xfrm>
            <a:off x="4748213" y="4397375"/>
            <a:ext cx="2328863" cy="1397000"/>
          </a:xfrm>
          <a:custGeom>
            <a:avLst/>
            <a:gdLst>
              <a:gd name="connsiteX0" fmla="*/ 0 w 2329100"/>
              <a:gd name="connsiteY0" fmla="*/ 0 h 1397460"/>
              <a:gd name="connsiteX1" fmla="*/ 2329100 w 2329100"/>
              <a:gd name="connsiteY1" fmla="*/ 0 h 1397460"/>
              <a:gd name="connsiteX2" fmla="*/ 2329100 w 2329100"/>
              <a:gd name="connsiteY2" fmla="*/ 1397460 h 1397460"/>
              <a:gd name="connsiteX3" fmla="*/ 0 w 2329100"/>
              <a:gd name="connsiteY3" fmla="*/ 1397460 h 1397460"/>
              <a:gd name="connsiteX4" fmla="*/ 0 w 2329100"/>
              <a:gd name="connsiteY4" fmla="*/ 0 h 1397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29100" h="1397460">
                <a:moveTo>
                  <a:pt x="0" y="0"/>
                </a:moveTo>
                <a:lnTo>
                  <a:pt x="2329100" y="0"/>
                </a:lnTo>
                <a:lnTo>
                  <a:pt x="2329100" y="1397460"/>
                </a:lnTo>
                <a:lnTo>
                  <a:pt x="0" y="139746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5">
              <a:hueOff val="-8680107"/>
              <a:satOff val="-590"/>
              <a:lumOff val="1401"/>
              <a:alphaOff val="0"/>
            </a:schemeClr>
          </a:fillRef>
          <a:effectRef idx="3">
            <a:schemeClr val="accent5">
              <a:hueOff val="-8680107"/>
              <a:satOff val="-590"/>
              <a:lumOff val="1401"/>
              <a:alphaOff val="0"/>
            </a:schemeClr>
          </a:effectRef>
          <a:fontRef idx="minor">
            <a:schemeClr val="lt1"/>
          </a:fontRef>
        </p:style>
        <p:txBody>
          <a:bodyPr lIns="114128" tIns="119797" rIns="114128" bIns="119797" spcCol="1270" anchor="ctr"/>
          <a:lstStyle/>
          <a:p>
            <a:pPr algn="ctr" defTabSz="889000" eaLnBrk="1" fontAlgn="auto" hangingPunct="1">
              <a:lnSpc>
                <a:spcPct val="90000"/>
              </a:lnSpc>
              <a:spcAft>
                <a:spcPct val="35000"/>
              </a:spcAft>
              <a:defRPr/>
            </a:pPr>
            <a:r>
              <a:rPr lang="fr-FR" sz="2000" dirty="0"/>
              <a:t>CONCEPTION</a:t>
            </a:r>
          </a:p>
        </p:txBody>
      </p:sp>
      <p:sp>
        <p:nvSpPr>
          <p:cNvPr id="5" name="Forme libre : forme 4">
            <a:extLst>
              <a:ext uri="{FF2B5EF4-FFF2-40B4-BE49-F238E27FC236}">
                <a16:creationId xmlns:a16="http://schemas.microsoft.com/office/drawing/2014/main" id="{802D74BF-DA2E-192D-2AD8-8819C1002903}"/>
              </a:ext>
            </a:extLst>
          </p:cNvPr>
          <p:cNvSpPr/>
          <p:nvPr/>
        </p:nvSpPr>
        <p:spPr>
          <a:xfrm>
            <a:off x="7077076" y="5102711"/>
            <a:ext cx="2141536" cy="139849"/>
          </a:xfrm>
          <a:custGeom>
            <a:avLst/>
            <a:gdLst>
              <a:gd name="connsiteX0" fmla="*/ 0 w 505093"/>
              <a:gd name="connsiteY0" fmla="*/ 45720 h 91440"/>
              <a:gd name="connsiteX1" fmla="*/ 505093 w 505093"/>
              <a:gd name="connsiteY1" fmla="*/ 45720 h 91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5093" h="91440">
                <a:moveTo>
                  <a:pt x="0" y="45720"/>
                </a:moveTo>
                <a:lnTo>
                  <a:pt x="505093" y="45720"/>
                </a:lnTo>
              </a:path>
            </a:pathLst>
          </a:custGeom>
          <a:noFill/>
          <a:ln>
            <a:tailEnd type="arrow"/>
          </a:ln>
        </p:spPr>
        <p:style>
          <a:lnRef idx="1">
            <a:schemeClr val="accent5">
              <a:hueOff val="-10126791"/>
              <a:satOff val="-688"/>
              <a:lumOff val="1634"/>
              <a:alphaOff val="0"/>
            </a:schemeClr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lIns="251855" tIns="43041" rIns="251854" bIns="43043" spcCol="1270" anchor="ctr"/>
          <a:lstStyle/>
          <a:p>
            <a:pPr algn="ctr" defTabSz="222250" eaLnBrk="1" fontAlgn="auto" hangingPunct="1">
              <a:lnSpc>
                <a:spcPct val="90000"/>
              </a:lnSpc>
              <a:spcAft>
                <a:spcPct val="35000"/>
              </a:spcAft>
              <a:defRPr/>
            </a:pPr>
            <a:endParaRPr lang="fr-FR" sz="5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5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8" grpId="0" animBg="1"/>
      <p:bldP spid="15" grpId="0" animBg="1"/>
      <p:bldP spid="18" grpId="0" animBg="1"/>
      <p:bldP spid="23" grpId="0" animBg="1"/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37" name="Rectangle 3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4891088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1195388"/>
            <a:ext cx="3200400" cy="4238625"/>
          </a:xfrm>
        </p:spPr>
        <p:txBody>
          <a:bodyPr/>
          <a:lstStyle/>
          <a:p>
            <a:pPr eaLnBrk="1" hangingPunct="1"/>
            <a:r>
              <a:rPr lang="fr-FR" altLang="fr-FR" sz="3400">
                <a:solidFill>
                  <a:schemeClr val="bg1"/>
                </a:solidFill>
              </a:rPr>
              <a:t>INTRODUCTION</a:t>
            </a:r>
          </a:p>
        </p:txBody>
      </p:sp>
      <p:grpSp>
        <p:nvGrpSpPr>
          <p:cNvPr id="39" name="Graphic 38"/>
          <p:cNvGrpSpPr>
            <a:grpSpLocks noGrp="1" noUngrp="1" noRot="1" noChangeAspect="1" noMove="1" noResize="1"/>
          </p:cNvGrpSpPr>
          <p:nvPr/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40" name="Freeform: Shape 39"/>
            <p:cNvSpPr/>
            <p:nvPr/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 dirty="0">
                <a:latin typeface="+mn-lt"/>
              </a:endParaRPr>
            </a:p>
          </p:txBody>
        </p:sp>
        <p:sp>
          <p:nvSpPr>
            <p:cNvPr id="41" name="Freeform: Shape 40"/>
            <p:cNvSpPr/>
            <p:nvPr/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 dirty="0">
                <a:latin typeface="+mn-lt"/>
              </a:endParaRPr>
            </a:p>
          </p:txBody>
        </p:sp>
      </p:grpSp>
      <p:sp>
        <p:nvSpPr>
          <p:cNvPr id="43" name="Oval 4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06400" y="4752975"/>
            <a:ext cx="365125" cy="36353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45" name="Oval 4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06400" y="4752975"/>
            <a:ext cx="365125" cy="36353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grpSp>
        <p:nvGrpSpPr>
          <p:cNvPr id="47" name="Graphic 4"/>
          <p:cNvGrpSpPr>
            <a:grpSpLocks noGrp="1" noUngrp="1" noRot="1" noChangeAspect="1" noMove="1" noResize="1"/>
          </p:cNvGrpSpPr>
          <p:nvPr/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48" name="Freeform: Shape 47"/>
            <p:cNvSpPr/>
            <p:nvPr/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 dirty="0">
                <a:latin typeface="+mn-lt"/>
              </a:endParaRPr>
            </a:p>
          </p:txBody>
        </p:sp>
        <p:sp>
          <p:nvSpPr>
            <p:cNvPr id="49" name="Freeform: Shape 48"/>
            <p:cNvSpPr/>
            <p:nvPr/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 dirty="0">
                <a:latin typeface="+mn-lt"/>
              </a:endParaRPr>
            </a:p>
          </p:txBody>
        </p:sp>
        <p:sp>
          <p:nvSpPr>
            <p:cNvPr id="50" name="Freeform: Shape 49"/>
            <p:cNvSpPr/>
            <p:nvPr/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 dirty="0">
                <a:latin typeface="+mn-lt"/>
              </a:endParaRPr>
            </a:p>
          </p:txBody>
        </p:sp>
        <p:sp>
          <p:nvSpPr>
            <p:cNvPr id="51" name="Freeform: Shape 50"/>
            <p:cNvSpPr/>
            <p:nvPr/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 dirty="0">
                <a:latin typeface="+mn-lt"/>
              </a:endParaRPr>
            </a:p>
          </p:txBody>
        </p:sp>
        <p:sp>
          <p:nvSpPr>
            <p:cNvPr id="52" name="Freeform: Shape 51"/>
            <p:cNvSpPr/>
            <p:nvPr/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 dirty="0">
                <a:latin typeface="+mn-lt"/>
              </a:endParaRPr>
            </a:p>
          </p:txBody>
        </p:sp>
        <p:sp>
          <p:nvSpPr>
            <p:cNvPr id="53" name="Freeform: Shape 52"/>
            <p:cNvSpPr/>
            <p:nvPr/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 dirty="0">
                <a:latin typeface="+mn-lt"/>
              </a:endParaRPr>
            </a:p>
          </p:txBody>
        </p:sp>
        <p:sp>
          <p:nvSpPr>
            <p:cNvPr id="54" name="Freeform: Shape 53"/>
            <p:cNvSpPr/>
            <p:nvPr/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 dirty="0">
                <a:latin typeface="+mn-lt"/>
              </a:endParaRPr>
            </a:p>
          </p:txBody>
        </p:sp>
        <p:sp>
          <p:nvSpPr>
            <p:cNvPr id="55" name="Freeform: Shape 54"/>
            <p:cNvSpPr/>
            <p:nvPr/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 dirty="0">
                <a:latin typeface="+mn-lt"/>
              </a:endParaRPr>
            </a:p>
          </p:txBody>
        </p:sp>
        <p:sp>
          <p:nvSpPr>
            <p:cNvPr id="56" name="Freeform: Shape 55"/>
            <p:cNvSpPr/>
            <p:nvPr/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 dirty="0">
                <a:latin typeface="+mn-lt"/>
              </a:endParaRPr>
            </a:p>
          </p:txBody>
        </p:sp>
        <p:sp>
          <p:nvSpPr>
            <p:cNvPr id="57" name="Freeform: Shape 56"/>
            <p:cNvSpPr/>
            <p:nvPr/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 dirty="0">
                <a:latin typeface="+mn-lt"/>
              </a:endParaRPr>
            </a:p>
          </p:txBody>
        </p:sp>
        <p:sp>
          <p:nvSpPr>
            <p:cNvPr id="58" name="Freeform: Shape 57"/>
            <p:cNvSpPr/>
            <p:nvPr/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 dirty="0">
                <a:latin typeface="+mn-lt"/>
              </a:endParaRPr>
            </a:p>
          </p:txBody>
        </p:sp>
        <p:sp>
          <p:nvSpPr>
            <p:cNvPr id="59" name="Freeform: Shape 58"/>
            <p:cNvSpPr/>
            <p:nvPr/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 dirty="0">
                <a:latin typeface="+mn-lt"/>
              </a:endParaRPr>
            </a:p>
          </p:txBody>
        </p:sp>
        <p:sp>
          <p:nvSpPr>
            <p:cNvPr id="60" name="Freeform: Shape 59"/>
            <p:cNvSpPr/>
            <p:nvPr/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 dirty="0">
                <a:latin typeface="+mn-lt"/>
              </a:endParaRPr>
            </a:p>
          </p:txBody>
        </p:sp>
      </p:grpSp>
      <p:sp>
        <p:nvSpPr>
          <p:cNvPr id="6" name="Rectangle : coins arrondis 5"/>
          <p:cNvSpPr/>
          <p:nvPr/>
        </p:nvSpPr>
        <p:spPr>
          <a:xfrm>
            <a:off x="5484813" y="477838"/>
            <a:ext cx="6300787" cy="1679575"/>
          </a:xfrm>
          <a:prstGeom prst="roundRect">
            <a:avLst>
              <a:gd name="adj" fmla="val 10000"/>
            </a:avLst>
          </a:prstGeom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bg1">
              <a:lumMod val="95000"/>
              <a:hueOff val="0"/>
              <a:satOff val="0"/>
              <a:lumOff val="0"/>
              <a:alphaOff val="0"/>
            </a:schemeClr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7" name="Rectangle 6" descr="Head with Gears"/>
          <p:cNvSpPr/>
          <p:nvPr/>
        </p:nvSpPr>
        <p:spPr>
          <a:xfrm>
            <a:off x="5992813" y="855663"/>
            <a:ext cx="922337" cy="923925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7" name="Forme libre : forme 16"/>
          <p:cNvSpPr/>
          <p:nvPr/>
        </p:nvSpPr>
        <p:spPr>
          <a:xfrm>
            <a:off x="7423150" y="477838"/>
            <a:ext cx="4362450" cy="1679575"/>
          </a:xfrm>
          <a:custGeom>
            <a:avLst/>
            <a:gdLst>
              <a:gd name="connsiteX0" fmla="*/ 0 w 4362067"/>
              <a:gd name="connsiteY0" fmla="*/ 0 h 1679249"/>
              <a:gd name="connsiteX1" fmla="*/ 4362067 w 4362067"/>
              <a:gd name="connsiteY1" fmla="*/ 0 h 1679249"/>
              <a:gd name="connsiteX2" fmla="*/ 4362067 w 4362067"/>
              <a:gd name="connsiteY2" fmla="*/ 1679249 h 1679249"/>
              <a:gd name="connsiteX3" fmla="*/ 0 w 4362067"/>
              <a:gd name="connsiteY3" fmla="*/ 1679249 h 1679249"/>
              <a:gd name="connsiteX4" fmla="*/ 0 w 4362067"/>
              <a:gd name="connsiteY4" fmla="*/ 0 h 1679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62067" h="1679249">
                <a:moveTo>
                  <a:pt x="0" y="0"/>
                </a:moveTo>
                <a:lnTo>
                  <a:pt x="4362067" y="0"/>
                </a:lnTo>
                <a:lnTo>
                  <a:pt x="4362067" y="1679249"/>
                </a:lnTo>
                <a:lnTo>
                  <a:pt x="0" y="167924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lIns="177721" tIns="177721" rIns="177721" bIns="177721" spcCol="1270" anchor="ctr"/>
          <a:lstStyle/>
          <a:p>
            <a:pPr defTabSz="977900" eaLnBrk="1" fontAlgn="auto" hangingPunct="1">
              <a:spcAft>
                <a:spcPct val="35000"/>
              </a:spcAft>
              <a:defRPr/>
            </a:pPr>
            <a:r>
              <a:rPr lang="fr-FR" sz="2200" dirty="0"/>
              <a:t>La révolution numérique a transformé les modes de vie et de travail à l’échelle mondiale.</a:t>
            </a:r>
          </a:p>
        </p:txBody>
      </p:sp>
      <p:sp>
        <p:nvSpPr>
          <p:cNvPr id="18" name="Rectangle : coins arrondis 17"/>
          <p:cNvSpPr/>
          <p:nvPr/>
        </p:nvSpPr>
        <p:spPr>
          <a:xfrm>
            <a:off x="5484813" y="2578100"/>
            <a:ext cx="6300787" cy="1677988"/>
          </a:xfrm>
          <a:prstGeom prst="roundRect">
            <a:avLst>
              <a:gd name="adj" fmla="val 10000"/>
            </a:avLst>
          </a:prstGeom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bg1">
              <a:lumMod val="95000"/>
              <a:hueOff val="0"/>
              <a:satOff val="0"/>
              <a:lumOff val="0"/>
              <a:alphaOff val="0"/>
            </a:schemeClr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19" name="Rectangle 18" descr="Light Bulb and Gear"/>
          <p:cNvSpPr/>
          <p:nvPr/>
        </p:nvSpPr>
        <p:spPr>
          <a:xfrm>
            <a:off x="5992813" y="2955925"/>
            <a:ext cx="922337" cy="92233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20" name="Forme libre : forme 19"/>
          <p:cNvSpPr/>
          <p:nvPr/>
        </p:nvSpPr>
        <p:spPr>
          <a:xfrm>
            <a:off x="7423150" y="2578100"/>
            <a:ext cx="4362450" cy="1677988"/>
          </a:xfrm>
          <a:custGeom>
            <a:avLst/>
            <a:gdLst>
              <a:gd name="connsiteX0" fmla="*/ 0 w 4362067"/>
              <a:gd name="connsiteY0" fmla="*/ 0 h 1679249"/>
              <a:gd name="connsiteX1" fmla="*/ 4362067 w 4362067"/>
              <a:gd name="connsiteY1" fmla="*/ 0 h 1679249"/>
              <a:gd name="connsiteX2" fmla="*/ 4362067 w 4362067"/>
              <a:gd name="connsiteY2" fmla="*/ 1679249 h 1679249"/>
              <a:gd name="connsiteX3" fmla="*/ 0 w 4362067"/>
              <a:gd name="connsiteY3" fmla="*/ 1679249 h 1679249"/>
              <a:gd name="connsiteX4" fmla="*/ 0 w 4362067"/>
              <a:gd name="connsiteY4" fmla="*/ 0 h 1679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62067" h="1679249">
                <a:moveTo>
                  <a:pt x="0" y="0"/>
                </a:moveTo>
                <a:lnTo>
                  <a:pt x="4362067" y="0"/>
                </a:lnTo>
                <a:lnTo>
                  <a:pt x="4362067" y="1679249"/>
                </a:lnTo>
                <a:lnTo>
                  <a:pt x="0" y="167924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lIns="177721" tIns="177721" rIns="177721" bIns="177721" spcCol="1270" anchor="ctr"/>
          <a:lstStyle/>
          <a:p>
            <a:pPr defTabSz="977900" eaLnBrk="1" fontAlgn="auto" hangingPunct="1">
              <a:spcAft>
                <a:spcPct val="35000"/>
              </a:spcAft>
              <a:defRPr/>
            </a:pPr>
            <a:r>
              <a:rPr lang="fr-FR" sz="2200" dirty="0"/>
              <a:t>Face à cette évolution, la conception de solutions digitales devient un enjeu majeur.</a:t>
            </a:r>
          </a:p>
        </p:txBody>
      </p:sp>
      <p:sp>
        <p:nvSpPr>
          <p:cNvPr id="22" name="Rectangle : coins arrondis 21"/>
          <p:cNvSpPr/>
          <p:nvPr/>
        </p:nvSpPr>
        <p:spPr>
          <a:xfrm>
            <a:off x="5484813" y="4676775"/>
            <a:ext cx="6300787" cy="1679575"/>
          </a:xfrm>
          <a:prstGeom prst="roundRect">
            <a:avLst>
              <a:gd name="adj" fmla="val 10000"/>
            </a:avLst>
          </a:prstGeom>
        </p:spPr>
        <p:style>
          <a:lnRef idx="0">
            <a:schemeClr val="dk1">
              <a:hueOff val="0"/>
              <a:satOff val="0"/>
              <a:lumOff val="0"/>
              <a:alphaOff val="0"/>
            </a:schemeClr>
          </a:lnRef>
          <a:fillRef idx="1">
            <a:schemeClr val="bg1">
              <a:lumMod val="95000"/>
              <a:hueOff val="0"/>
              <a:satOff val="0"/>
              <a:lumOff val="0"/>
              <a:alphaOff val="0"/>
            </a:schemeClr>
          </a:fillRef>
          <a:effectRef idx="0">
            <a:schemeClr val="bg1">
              <a:lumMod val="95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24" name="Rectangle 23" descr="Chat Bubble"/>
          <p:cNvSpPr/>
          <p:nvPr/>
        </p:nvSpPr>
        <p:spPr>
          <a:xfrm>
            <a:off x="5992813" y="5054600"/>
            <a:ext cx="922337" cy="923925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26" name="Forme libre : forme 25"/>
          <p:cNvSpPr/>
          <p:nvPr/>
        </p:nvSpPr>
        <p:spPr>
          <a:xfrm>
            <a:off x="7423150" y="4676775"/>
            <a:ext cx="4362450" cy="1679575"/>
          </a:xfrm>
          <a:custGeom>
            <a:avLst/>
            <a:gdLst>
              <a:gd name="connsiteX0" fmla="*/ 0 w 4362067"/>
              <a:gd name="connsiteY0" fmla="*/ 0 h 1679249"/>
              <a:gd name="connsiteX1" fmla="*/ 4362067 w 4362067"/>
              <a:gd name="connsiteY1" fmla="*/ 0 h 1679249"/>
              <a:gd name="connsiteX2" fmla="*/ 4362067 w 4362067"/>
              <a:gd name="connsiteY2" fmla="*/ 1679249 h 1679249"/>
              <a:gd name="connsiteX3" fmla="*/ 0 w 4362067"/>
              <a:gd name="connsiteY3" fmla="*/ 1679249 h 1679249"/>
              <a:gd name="connsiteX4" fmla="*/ 0 w 4362067"/>
              <a:gd name="connsiteY4" fmla="*/ 0 h 1679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62067" h="1679249">
                <a:moveTo>
                  <a:pt x="0" y="0"/>
                </a:moveTo>
                <a:lnTo>
                  <a:pt x="4362067" y="0"/>
                </a:lnTo>
                <a:lnTo>
                  <a:pt x="4362067" y="1679249"/>
                </a:lnTo>
                <a:lnTo>
                  <a:pt x="0" y="167924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lIns="177721" tIns="177721" rIns="177721" bIns="177721" spcCol="1270" anchor="ctr"/>
          <a:lstStyle/>
          <a:p>
            <a:pPr defTabSz="977900" eaLnBrk="1" fontAlgn="auto" hangingPunct="1">
              <a:spcAft>
                <a:spcPct val="35000"/>
              </a:spcAft>
              <a:defRPr/>
            </a:pPr>
            <a:r>
              <a:rPr lang="fr-FR" sz="2200" dirty="0"/>
              <a:t>C’est dans ce cadre que s’inscrit notre projet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4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7" grpId="0" animBg="1"/>
      <p:bldP spid="17" grpId="0"/>
      <p:bldP spid="18" grpId="0" animBg="1"/>
      <p:bldP spid="19" grpId="0" animBg="1"/>
      <p:bldP spid="20" grpId="0"/>
      <p:bldP spid="22" grpId="0" animBg="1"/>
      <p:bldP spid="24" grpId="0" animBg="1"/>
      <p:bldP spid="2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41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2" name="Rectangle 2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7174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altLang="fr-FR" b="1"/>
              <a:t>Contexte</a:t>
            </a:r>
            <a:endParaRPr lang="fr-FR" altLang="fr-FR"/>
          </a:p>
        </p:txBody>
      </p:sp>
      <p:graphicFrame>
        <p:nvGraphicFramePr>
          <p:cNvPr id="13" name="Espace réservé du contenu 2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3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0" y="0"/>
            <a:ext cx="12192000" cy="1576388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13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15" name="Rectangle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71600" y="349250"/>
            <a:ext cx="10044113" cy="877888"/>
          </a:xfrm>
        </p:spPr>
        <p:txBody>
          <a:bodyPr/>
          <a:lstStyle/>
          <a:p>
            <a:pPr eaLnBrk="1" hangingPunct="1"/>
            <a:r>
              <a:rPr lang="fr-FR" altLang="fr-FR" sz="4000">
                <a:solidFill>
                  <a:srgbClr val="FFFFFF"/>
                </a:solidFill>
              </a:rPr>
              <a:t>Problématique</a:t>
            </a:r>
          </a:p>
        </p:txBody>
      </p:sp>
      <p:grpSp>
        <p:nvGrpSpPr>
          <p:cNvPr id="22" name="Groupe 21"/>
          <p:cNvGrpSpPr>
            <a:grpSpLocks/>
          </p:cNvGrpSpPr>
          <p:nvPr/>
        </p:nvGrpSpPr>
        <p:grpSpPr bwMode="auto">
          <a:xfrm>
            <a:off x="925513" y="2233613"/>
            <a:ext cx="4900612" cy="1865312"/>
            <a:chOff x="926277" y="2234165"/>
            <a:chExt cx="4899945" cy="1864870"/>
          </a:xfrm>
        </p:grpSpPr>
        <p:sp>
          <p:nvSpPr>
            <p:cNvPr id="6" name="Ellipse 5"/>
            <p:cNvSpPr/>
            <p:nvPr/>
          </p:nvSpPr>
          <p:spPr>
            <a:xfrm>
              <a:off x="926277" y="2480169"/>
              <a:ext cx="1371413" cy="1372863"/>
            </a:xfrm>
            <a:prstGeom prst="ellipse">
              <a:avLst/>
            </a:prstGeom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/>
            </a:p>
          </p:txBody>
        </p:sp>
        <p:sp>
          <p:nvSpPr>
            <p:cNvPr id="7" name="Rectangle 6" descr="Irritant"/>
            <p:cNvSpPr/>
            <p:nvPr/>
          </p:nvSpPr>
          <p:spPr>
            <a:xfrm>
              <a:off x="1215163" y="2769025"/>
              <a:ext cx="795229" cy="795150"/>
            </a:xfrm>
            <a:prstGeom prst="rect">
              <a:avLst/>
            </a:prstGeom>
            <a:blipFill>
              <a:blip r:embed="rId3"/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bg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/>
            </a:p>
          </p:txBody>
        </p:sp>
        <p:sp>
          <p:nvSpPr>
            <p:cNvPr id="8" name="Forme libre : forme 7"/>
            <p:cNvSpPr/>
            <p:nvPr/>
          </p:nvSpPr>
          <p:spPr>
            <a:xfrm>
              <a:off x="2592925" y="2234165"/>
              <a:ext cx="3233297" cy="1864870"/>
            </a:xfrm>
            <a:custGeom>
              <a:avLst/>
              <a:gdLst>
                <a:gd name="connsiteX0" fmla="*/ 0 w 3233964"/>
                <a:gd name="connsiteY0" fmla="*/ 0 h 1864870"/>
                <a:gd name="connsiteX1" fmla="*/ 3233964 w 3233964"/>
                <a:gd name="connsiteY1" fmla="*/ 0 h 1864870"/>
                <a:gd name="connsiteX2" fmla="*/ 3233964 w 3233964"/>
                <a:gd name="connsiteY2" fmla="*/ 1864870 h 1864870"/>
                <a:gd name="connsiteX3" fmla="*/ 0 w 3233964"/>
                <a:gd name="connsiteY3" fmla="*/ 1864870 h 1864870"/>
                <a:gd name="connsiteX4" fmla="*/ 0 w 3233964"/>
                <a:gd name="connsiteY4" fmla="*/ 0 h 1864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33964" h="1864870">
                  <a:moveTo>
                    <a:pt x="0" y="0"/>
                  </a:moveTo>
                  <a:lnTo>
                    <a:pt x="3233964" y="0"/>
                  </a:lnTo>
                  <a:lnTo>
                    <a:pt x="3233964" y="1864870"/>
                  </a:lnTo>
                  <a:lnTo>
                    <a:pt x="0" y="1864870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accent2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accent2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accent2">
                <a:hueOff val="0"/>
                <a:satOff val="0"/>
                <a:lumOff val="0"/>
                <a:alphaOff val="0"/>
              </a:schemeClr>
            </a:fontRef>
          </p:style>
          <p:txBody>
            <a:bodyPr lIns="0" tIns="0" rIns="0" bIns="0" spcCol="1270" anchor="ctr"/>
            <a:lstStyle/>
            <a:p>
              <a:pPr defTabSz="889000" eaLnBrk="1" fontAlgn="auto" hangingPunct="1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fr-FR" sz="2000" dirty="0"/>
                <a:t>Le marché du travail informel est désorganisé et souffre d’un manque de visibilité pour les prestataires indépendants.</a:t>
              </a:r>
            </a:p>
          </p:txBody>
        </p:sp>
      </p:grpSp>
      <p:grpSp>
        <p:nvGrpSpPr>
          <p:cNvPr id="23" name="Groupe 22"/>
          <p:cNvGrpSpPr>
            <a:grpSpLocks/>
          </p:cNvGrpSpPr>
          <p:nvPr/>
        </p:nvGrpSpPr>
        <p:grpSpPr bwMode="auto">
          <a:xfrm>
            <a:off x="6389688" y="2481263"/>
            <a:ext cx="4900612" cy="1371600"/>
            <a:chOff x="6389717" y="2480608"/>
            <a:chExt cx="4899946" cy="1371985"/>
          </a:xfrm>
        </p:grpSpPr>
        <p:sp>
          <p:nvSpPr>
            <p:cNvPr id="10" name="Ellipse 9"/>
            <p:cNvSpPr/>
            <p:nvPr/>
          </p:nvSpPr>
          <p:spPr>
            <a:xfrm>
              <a:off x="6389717" y="2480608"/>
              <a:ext cx="1371414" cy="1371985"/>
            </a:xfrm>
            <a:prstGeom prst="ellipse">
              <a:avLst/>
            </a:prstGeom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/>
            </a:p>
          </p:txBody>
        </p:sp>
        <p:sp>
          <p:nvSpPr>
            <p:cNvPr id="12" name="Rectangle 11" descr="Office Worker"/>
            <p:cNvSpPr/>
            <p:nvPr/>
          </p:nvSpPr>
          <p:spPr>
            <a:xfrm>
              <a:off x="6678603" y="2768026"/>
              <a:ext cx="795229" cy="797149"/>
            </a:xfrm>
            <a:prstGeom prst="rect">
              <a:avLst/>
            </a:prstGeom>
            <a:blipFill>
              <a:blip r:embed="rId4"/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bg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/>
            </a:p>
          </p:txBody>
        </p:sp>
        <p:sp>
          <p:nvSpPr>
            <p:cNvPr id="14" name="Forme libre : forme 13"/>
            <p:cNvSpPr/>
            <p:nvPr/>
          </p:nvSpPr>
          <p:spPr>
            <a:xfrm>
              <a:off x="8056365" y="2480608"/>
              <a:ext cx="3233298" cy="1371985"/>
            </a:xfrm>
            <a:custGeom>
              <a:avLst/>
              <a:gdLst>
                <a:gd name="connsiteX0" fmla="*/ 0 w 3233964"/>
                <a:gd name="connsiteY0" fmla="*/ 0 h 1371985"/>
                <a:gd name="connsiteX1" fmla="*/ 3233964 w 3233964"/>
                <a:gd name="connsiteY1" fmla="*/ 0 h 1371985"/>
                <a:gd name="connsiteX2" fmla="*/ 3233964 w 3233964"/>
                <a:gd name="connsiteY2" fmla="*/ 1371985 h 1371985"/>
                <a:gd name="connsiteX3" fmla="*/ 0 w 3233964"/>
                <a:gd name="connsiteY3" fmla="*/ 1371985 h 1371985"/>
                <a:gd name="connsiteX4" fmla="*/ 0 w 3233964"/>
                <a:gd name="connsiteY4" fmla="*/ 0 h 1371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33964" h="1371985">
                  <a:moveTo>
                    <a:pt x="0" y="0"/>
                  </a:moveTo>
                  <a:lnTo>
                    <a:pt x="3233964" y="0"/>
                  </a:lnTo>
                  <a:lnTo>
                    <a:pt x="3233964" y="1371985"/>
                  </a:lnTo>
                  <a:lnTo>
                    <a:pt x="0" y="137198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accent2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accent2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accent3">
                <a:hueOff val="0"/>
                <a:satOff val="0"/>
                <a:lumOff val="0"/>
                <a:alphaOff val="0"/>
              </a:schemeClr>
            </a:fontRef>
          </p:style>
          <p:txBody>
            <a:bodyPr lIns="0" tIns="0" rIns="0" bIns="0" spcCol="1270" anchor="ctr"/>
            <a:lstStyle/>
            <a:p>
              <a:pPr defTabSz="889000" eaLnBrk="1" fontAlgn="auto" hangingPunct="1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fr-FR" sz="2000" dirty="0"/>
                <a:t>Les clients ont souvent du mal à trouver rapidement un prestataire qualifié et disponible.</a:t>
              </a:r>
            </a:p>
          </p:txBody>
        </p:sp>
      </p:grpSp>
      <p:grpSp>
        <p:nvGrpSpPr>
          <p:cNvPr id="24" name="Groupe 23"/>
          <p:cNvGrpSpPr>
            <a:grpSpLocks/>
          </p:cNvGrpSpPr>
          <p:nvPr/>
        </p:nvGrpSpPr>
        <p:grpSpPr bwMode="auto">
          <a:xfrm>
            <a:off x="925513" y="4811713"/>
            <a:ext cx="4900612" cy="1371600"/>
            <a:chOff x="926277" y="4811812"/>
            <a:chExt cx="4899945" cy="1371985"/>
          </a:xfrm>
        </p:grpSpPr>
        <p:sp>
          <p:nvSpPr>
            <p:cNvPr id="16" name="Ellipse 15"/>
            <p:cNvSpPr/>
            <p:nvPr/>
          </p:nvSpPr>
          <p:spPr>
            <a:xfrm>
              <a:off x="926277" y="4811812"/>
              <a:ext cx="1371413" cy="1371985"/>
            </a:xfrm>
            <a:prstGeom prst="ellipse">
              <a:avLst/>
            </a:prstGeom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/>
            </a:p>
          </p:txBody>
        </p:sp>
        <p:sp>
          <p:nvSpPr>
            <p:cNvPr id="17" name="Rectangle 16" descr="Processeur"/>
            <p:cNvSpPr/>
            <p:nvPr/>
          </p:nvSpPr>
          <p:spPr>
            <a:xfrm>
              <a:off x="1215163" y="5099230"/>
              <a:ext cx="795229" cy="797149"/>
            </a:xfrm>
            <a:prstGeom prst="rect">
              <a:avLst/>
            </a:prstGeom>
            <a:blipFill>
              <a:blip r:embed="rId5" cstate="hqprint"/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bg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/>
            </a:p>
          </p:txBody>
        </p:sp>
        <p:sp>
          <p:nvSpPr>
            <p:cNvPr id="18" name="Forme libre : forme 17"/>
            <p:cNvSpPr/>
            <p:nvPr/>
          </p:nvSpPr>
          <p:spPr>
            <a:xfrm>
              <a:off x="2592925" y="4811812"/>
              <a:ext cx="3233297" cy="1371985"/>
            </a:xfrm>
            <a:custGeom>
              <a:avLst/>
              <a:gdLst>
                <a:gd name="connsiteX0" fmla="*/ 0 w 3233964"/>
                <a:gd name="connsiteY0" fmla="*/ 0 h 1371985"/>
                <a:gd name="connsiteX1" fmla="*/ 3233964 w 3233964"/>
                <a:gd name="connsiteY1" fmla="*/ 0 h 1371985"/>
                <a:gd name="connsiteX2" fmla="*/ 3233964 w 3233964"/>
                <a:gd name="connsiteY2" fmla="*/ 1371985 h 1371985"/>
                <a:gd name="connsiteX3" fmla="*/ 0 w 3233964"/>
                <a:gd name="connsiteY3" fmla="*/ 1371985 h 1371985"/>
                <a:gd name="connsiteX4" fmla="*/ 0 w 3233964"/>
                <a:gd name="connsiteY4" fmla="*/ 0 h 1371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33964" h="1371985">
                  <a:moveTo>
                    <a:pt x="0" y="0"/>
                  </a:moveTo>
                  <a:lnTo>
                    <a:pt x="3233964" y="0"/>
                  </a:lnTo>
                  <a:lnTo>
                    <a:pt x="3233964" y="1371985"/>
                  </a:lnTo>
                  <a:lnTo>
                    <a:pt x="0" y="137198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accent2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accent2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accent4">
                <a:hueOff val="0"/>
                <a:satOff val="0"/>
                <a:lumOff val="0"/>
                <a:alphaOff val="0"/>
              </a:schemeClr>
            </a:fontRef>
          </p:style>
          <p:txBody>
            <a:bodyPr lIns="0" tIns="0" rIns="0" bIns="0" spcCol="1270" anchor="ctr"/>
            <a:lstStyle/>
            <a:p>
              <a:pPr defTabSz="889000" eaLnBrk="1" fontAlgn="auto" hangingPunct="1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fr-FR" sz="2000" dirty="0"/>
                <a:t>Les plateformes existantes sont souvent limitées géographiquement ou spécialisées dans un seul domaine.</a:t>
              </a:r>
            </a:p>
          </p:txBody>
        </p:sp>
      </p:grpSp>
      <p:grpSp>
        <p:nvGrpSpPr>
          <p:cNvPr id="25" name="Groupe 24"/>
          <p:cNvGrpSpPr>
            <a:grpSpLocks/>
          </p:cNvGrpSpPr>
          <p:nvPr/>
        </p:nvGrpSpPr>
        <p:grpSpPr bwMode="auto">
          <a:xfrm>
            <a:off x="6389688" y="4811713"/>
            <a:ext cx="4900612" cy="1371600"/>
            <a:chOff x="6389717" y="4811812"/>
            <a:chExt cx="4899946" cy="1371985"/>
          </a:xfrm>
        </p:grpSpPr>
        <p:sp>
          <p:nvSpPr>
            <p:cNvPr id="19" name="Ellipse 18"/>
            <p:cNvSpPr/>
            <p:nvPr/>
          </p:nvSpPr>
          <p:spPr>
            <a:xfrm>
              <a:off x="6389717" y="4811812"/>
              <a:ext cx="1371414" cy="1371985"/>
            </a:xfrm>
            <a:prstGeom prst="ellipse">
              <a:avLst/>
            </a:prstGeom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1">
              <a:schemeClr val="accent5">
                <a:hueOff val="0"/>
                <a:satOff val="0"/>
                <a:lumOff val="0"/>
                <a:alphaOff val="0"/>
              </a:schemeClr>
            </a:fillRef>
            <a:effectRef idx="0">
              <a:schemeClr val="accent5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/>
            </a:p>
          </p:txBody>
        </p:sp>
        <p:sp>
          <p:nvSpPr>
            <p:cNvPr id="20" name="Rectangle 19" descr="Poignée de main"/>
            <p:cNvSpPr/>
            <p:nvPr/>
          </p:nvSpPr>
          <p:spPr>
            <a:xfrm>
              <a:off x="6678603" y="5099230"/>
              <a:ext cx="795229" cy="797149"/>
            </a:xfrm>
            <a:prstGeom prst="rect">
              <a:avLst/>
            </a:prstGeom>
            <a:blipFill>
              <a:blip r:embed="rId6"/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bg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/>
            </a:p>
          </p:txBody>
        </p:sp>
        <p:sp>
          <p:nvSpPr>
            <p:cNvPr id="21" name="Forme libre : forme 20"/>
            <p:cNvSpPr/>
            <p:nvPr/>
          </p:nvSpPr>
          <p:spPr>
            <a:xfrm>
              <a:off x="8056365" y="4811812"/>
              <a:ext cx="3233298" cy="1371985"/>
            </a:xfrm>
            <a:custGeom>
              <a:avLst/>
              <a:gdLst>
                <a:gd name="connsiteX0" fmla="*/ 0 w 3233964"/>
                <a:gd name="connsiteY0" fmla="*/ 0 h 1371985"/>
                <a:gd name="connsiteX1" fmla="*/ 3233964 w 3233964"/>
                <a:gd name="connsiteY1" fmla="*/ 0 h 1371985"/>
                <a:gd name="connsiteX2" fmla="*/ 3233964 w 3233964"/>
                <a:gd name="connsiteY2" fmla="*/ 1371985 h 1371985"/>
                <a:gd name="connsiteX3" fmla="*/ 0 w 3233964"/>
                <a:gd name="connsiteY3" fmla="*/ 1371985 h 1371985"/>
                <a:gd name="connsiteX4" fmla="*/ 0 w 3233964"/>
                <a:gd name="connsiteY4" fmla="*/ 0 h 1371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33964" h="1371985">
                  <a:moveTo>
                    <a:pt x="0" y="0"/>
                  </a:moveTo>
                  <a:lnTo>
                    <a:pt x="3233964" y="0"/>
                  </a:lnTo>
                  <a:lnTo>
                    <a:pt x="3233964" y="1371985"/>
                  </a:lnTo>
                  <a:lnTo>
                    <a:pt x="0" y="1371985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0">
              <a:schemeClr val="accent2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accent2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accent5">
                <a:hueOff val="0"/>
                <a:satOff val="0"/>
                <a:lumOff val="0"/>
                <a:alphaOff val="0"/>
              </a:schemeClr>
            </a:fontRef>
          </p:style>
          <p:txBody>
            <a:bodyPr lIns="0" tIns="0" rIns="0" bIns="0" spcCol="1270" anchor="ctr"/>
            <a:lstStyle/>
            <a:p>
              <a:pPr defTabSz="889000" eaLnBrk="1" fontAlgn="auto" hangingPunct="1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fr-FR" sz="2000" dirty="0"/>
                <a:t>Il n’existe pas de solution locale centralisée permettant une mise en relation efficace, fiable et adaptée aux besoins des deux parties.</a:t>
              </a:r>
            </a:p>
          </p:txBody>
        </p:sp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900" decel="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9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3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900" decel="10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0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900" decel="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1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4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8" presetID="1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3" presetID="1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0" y="0"/>
            <a:ext cx="12192000" cy="1576388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13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15" name="Rectangle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71600" y="349250"/>
            <a:ext cx="10044113" cy="877888"/>
          </a:xfrm>
        </p:spPr>
        <p:txBody>
          <a:bodyPr/>
          <a:lstStyle/>
          <a:p>
            <a:pPr eaLnBrk="1" hangingPunct="1"/>
            <a:r>
              <a:rPr lang="fr-FR" altLang="fr-FR" sz="4000">
                <a:solidFill>
                  <a:srgbClr val="FFFFFF"/>
                </a:solidFill>
              </a:rPr>
              <a:t>Solution proposée</a:t>
            </a:r>
          </a:p>
        </p:txBody>
      </p:sp>
      <p:graphicFrame>
        <p:nvGraphicFramePr>
          <p:cNvPr id="5" name="Espace réservé du contenu 2"/>
          <p:cNvGraphicFramePr>
            <a:graphicFrameLocks noGrp="1"/>
          </p:cNvGraphicFramePr>
          <p:nvPr>
            <p:ph idx="1"/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Identification des acteurs</a:t>
            </a:r>
          </a:p>
        </p:txBody>
      </p:sp>
      <p:graphicFrame>
        <p:nvGraphicFramePr>
          <p:cNvPr id="5" name="Espace réservé du contenu 2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AsOne/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235902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57288" y="638175"/>
            <a:ext cx="9888537" cy="1519238"/>
          </a:xfrm>
        </p:spPr>
        <p:txBody>
          <a:bodyPr/>
          <a:lstStyle/>
          <a:p>
            <a:pPr eaLnBrk="1" hangingPunct="1"/>
            <a:r>
              <a:rPr lang="fr-FR" altLang="fr-FR">
                <a:solidFill>
                  <a:schemeClr val="bg1"/>
                </a:solidFill>
              </a:rPr>
              <a:t>Besoins fonctionnels de Visiteur</a:t>
            </a:r>
          </a:p>
        </p:txBody>
      </p:sp>
      <p:sp>
        <p:nvSpPr>
          <p:cNvPr id="32" name="Rectangle 3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2359025"/>
            <a:ext cx="12192000" cy="45450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34" name="Rectangle 3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157288" y="2894013"/>
            <a:ext cx="457200" cy="4603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55700" y="3100388"/>
            <a:ext cx="9890125" cy="3076575"/>
          </a:xfrm>
        </p:spPr>
        <p:txBody>
          <a:bodyPr/>
          <a:lstStyle/>
          <a:p>
            <a:pPr eaLnBrk="1" hangingPunct="1"/>
            <a:r>
              <a:rPr lang="fr-FR" altLang="fr-FR" sz="2400"/>
              <a:t>Consulter la liste des services proposés sans avoir besoin de s’inscrire.</a:t>
            </a:r>
          </a:p>
          <a:p>
            <a:pPr eaLnBrk="1" hangingPunct="1"/>
            <a:r>
              <a:rPr lang="fr-FR" altLang="fr-FR" sz="2400"/>
              <a:t>Rechercher des services par mots-clés, catégories ou type.</a:t>
            </a:r>
          </a:p>
          <a:p>
            <a:pPr eaLnBrk="1" hangingPunct="1"/>
            <a:r>
              <a:rPr lang="fr-FR" altLang="fr-FR" sz="2400"/>
              <a:t>Visualiser les détails d’un service (description, localisation, type, etc.).</a:t>
            </a:r>
          </a:p>
          <a:p>
            <a:pPr eaLnBrk="1" hangingPunct="1"/>
            <a:r>
              <a:rPr lang="fr-FR" altLang="fr-FR" sz="2400"/>
              <a:t>Créer un compte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-6350"/>
            <a:ext cx="12192000" cy="169545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57288" y="638175"/>
            <a:ext cx="9888537" cy="900113"/>
          </a:xfrm>
        </p:spPr>
        <p:txBody>
          <a:bodyPr anchor="t"/>
          <a:lstStyle/>
          <a:p>
            <a:pPr eaLnBrk="1" hangingPunct="1"/>
            <a:r>
              <a:rPr lang="fr-FR" altLang="fr-FR" sz="4000">
                <a:solidFill>
                  <a:schemeClr val="bg1"/>
                </a:solidFill>
              </a:rPr>
              <a:t>Besoins fonctionnels de l‘Utilisateur</a:t>
            </a:r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1689100"/>
            <a:ext cx="12192000" cy="51689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157288" y="2011363"/>
            <a:ext cx="457200" cy="444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55700" y="2217738"/>
            <a:ext cx="9880600" cy="3959225"/>
          </a:xfrm>
        </p:spPr>
        <p:txBody>
          <a:bodyPr/>
          <a:lstStyle/>
          <a:p>
            <a:pPr eaLnBrk="1" hangingPunct="1"/>
            <a:r>
              <a:rPr lang="fr-FR" altLang="fr-FR" sz="2400"/>
              <a:t>Se connecter à la plateforme.</a:t>
            </a:r>
          </a:p>
          <a:p>
            <a:pPr eaLnBrk="1" hangingPunct="1"/>
            <a:r>
              <a:rPr lang="fr-FR" altLang="fr-FR" sz="2400"/>
              <a:t>Proposer un service avec description, catégorie et coordonnées.</a:t>
            </a:r>
          </a:p>
          <a:p>
            <a:pPr eaLnBrk="1" hangingPunct="1"/>
            <a:r>
              <a:rPr lang="fr-FR" altLang="fr-FR" sz="2400"/>
              <a:t>Consulter les services proposés par d'autres utilisateurs.</a:t>
            </a:r>
          </a:p>
          <a:p>
            <a:pPr eaLnBrk="1" hangingPunct="1"/>
            <a:r>
              <a:rPr lang="fr-FR" altLang="fr-FR" sz="2400"/>
              <a:t>Postuler ou un service publié.</a:t>
            </a:r>
          </a:p>
          <a:p>
            <a:pPr eaLnBrk="1" hangingPunct="1"/>
            <a:r>
              <a:rPr lang="fr-FR" altLang="fr-FR" sz="2400"/>
              <a:t>Gérer son profil et ses propres services ou demandes.</a:t>
            </a:r>
          </a:p>
          <a:p>
            <a:pPr eaLnBrk="1" hangingPunct="1"/>
            <a:r>
              <a:rPr lang="fr-FR" altLang="fr-FR" sz="2400"/>
              <a:t>Changer ou réinitialiser son mot de passe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235902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57288" y="638175"/>
            <a:ext cx="9888537" cy="1519238"/>
          </a:xfrm>
        </p:spPr>
        <p:txBody>
          <a:bodyPr/>
          <a:lstStyle/>
          <a:p>
            <a:pPr eaLnBrk="1" hangingPunct="1"/>
            <a:r>
              <a:rPr lang="fr-FR" altLang="fr-FR">
                <a:solidFill>
                  <a:schemeClr val="bg1"/>
                </a:solidFill>
              </a:rPr>
              <a:t>Besoins fonctionnels de l‘Administrateur</a:t>
            </a:r>
          </a:p>
        </p:txBody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2359025"/>
            <a:ext cx="12192000" cy="45450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157288" y="2894013"/>
            <a:ext cx="457200" cy="4603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55700" y="3100388"/>
            <a:ext cx="9890125" cy="3076575"/>
          </a:xfrm>
        </p:spPr>
        <p:txBody>
          <a:bodyPr/>
          <a:lstStyle/>
          <a:p>
            <a:pPr eaLnBrk="1" hangingPunct="1"/>
            <a:r>
              <a:rPr lang="fr-FR" altLang="fr-FR" sz="2400"/>
              <a:t>Gérer les utilisateurs : consulter, modifier, supprimer des comptes.</a:t>
            </a:r>
          </a:p>
          <a:p>
            <a:pPr eaLnBrk="1" hangingPunct="1"/>
            <a:r>
              <a:rPr lang="fr-FR" altLang="fr-FR" sz="2400"/>
              <a:t>Gérer les services : valider, modifier ou supprimer les services proposés.</a:t>
            </a:r>
          </a:p>
          <a:p>
            <a:pPr eaLnBrk="1" hangingPunct="1"/>
            <a:r>
              <a:rPr lang="fr-FR" altLang="fr-FR" sz="2400"/>
              <a:t>Gérer les candidatures aux services : vérifier, approuver ou supprimer.</a:t>
            </a:r>
          </a:p>
          <a:p>
            <a:pPr eaLnBrk="1" hangingPunct="1"/>
            <a:r>
              <a:rPr lang="fr-FR" altLang="fr-FR" sz="2400"/>
              <a:t>Assurer la modération globale de la plateforme et garantir son bon fonctionnement.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44" name="Rectangle 4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21748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565150"/>
            <a:ext cx="10515600" cy="1125538"/>
          </a:xfrm>
        </p:spPr>
        <p:txBody>
          <a:bodyPr/>
          <a:lstStyle/>
          <a:p>
            <a:pPr eaLnBrk="1" hangingPunct="1"/>
            <a:r>
              <a:rPr lang="fr-FR" altLang="fr-FR" b="1">
                <a:solidFill>
                  <a:schemeClr val="bg1"/>
                </a:solidFill>
              </a:rPr>
              <a:t>Besoins non fonctionnels</a:t>
            </a:r>
            <a:endParaRPr lang="fr-FR" altLang="fr-FR">
              <a:solidFill>
                <a:schemeClr val="bg1"/>
              </a:solidFill>
            </a:endParaRPr>
          </a:p>
        </p:txBody>
      </p:sp>
      <p:grpSp>
        <p:nvGrpSpPr>
          <p:cNvPr id="45" name="Graphic 190"/>
          <p:cNvGrpSpPr>
            <a:grpSpLocks noGrp="1" noUngrp="1" noRot="1" noChangeAspect="1" noMove="1" noResize="1"/>
          </p:cNvGrpSpPr>
          <p:nvPr/>
        </p:nvGrpSpPr>
        <p:grpSpPr>
          <a:xfrm>
            <a:off x="1" y="136528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4" name="Freeform: Shape 13"/>
            <p:cNvSpPr/>
            <p:nvPr/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 dirty="0">
                <a:latin typeface="+mn-lt"/>
              </a:endParaRPr>
            </a:p>
          </p:txBody>
        </p:sp>
        <p:sp>
          <p:nvSpPr>
            <p:cNvPr id="15" name="Freeform: Shape 14"/>
            <p:cNvSpPr/>
            <p:nvPr/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 dirty="0">
                <a:latin typeface="+mn-lt"/>
              </a:endParaRPr>
            </a:p>
          </p:txBody>
        </p:sp>
      </p:grpSp>
      <p:grpSp>
        <p:nvGrpSpPr>
          <p:cNvPr id="17" name="Group 16"/>
          <p:cNvGrpSpPr>
            <a:grpSpLocks noGrp="1" noUngrp="1" noRot="1" noChangeAspect="1" noMove="1" noResize="1"/>
          </p:cNvGrpSpPr>
          <p:nvPr/>
        </p:nvGrpSpPr>
        <p:grpSpPr>
          <a:xfrm>
            <a:off x="10210480" y="681042"/>
            <a:ext cx="1562428" cy="1493465"/>
            <a:chOff x="3121343" y="4864099"/>
            <a:chExt cx="2085971" cy="1993901"/>
          </a:xfrm>
          <a:solidFill>
            <a:schemeClr val="bg1"/>
          </a:solidFill>
        </p:grpSpPr>
        <p:sp>
          <p:nvSpPr>
            <p:cNvPr id="18" name="Freeform: Shape 17"/>
            <p:cNvSpPr/>
            <p:nvPr/>
          </p:nvSpPr>
          <p:spPr>
            <a:xfrm>
              <a:off x="3238556" y="4981312"/>
              <a:ext cx="442726" cy="44272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 dirty="0"/>
            </a:p>
          </p:txBody>
        </p:sp>
        <p:sp>
          <p:nvSpPr>
            <p:cNvPr id="46" name="Freeform: Shape 18"/>
            <p:cNvSpPr/>
            <p:nvPr/>
          </p:nvSpPr>
          <p:spPr>
            <a:xfrm>
              <a:off x="3128809" y="4871565"/>
              <a:ext cx="902626" cy="902626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 dirty="0"/>
            </a:p>
          </p:txBody>
        </p:sp>
        <p:sp>
          <p:nvSpPr>
            <p:cNvPr id="47" name="Freeform: Shape 19"/>
            <p:cNvSpPr/>
            <p:nvPr/>
          </p:nvSpPr>
          <p:spPr>
            <a:xfrm>
              <a:off x="3121343" y="4864099"/>
              <a:ext cx="1152732" cy="1152732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 dirty="0"/>
            </a:p>
          </p:txBody>
        </p:sp>
        <p:sp>
          <p:nvSpPr>
            <p:cNvPr id="48" name="Freeform: Shape 20"/>
            <p:cNvSpPr/>
            <p:nvPr/>
          </p:nvSpPr>
          <p:spPr>
            <a:xfrm>
              <a:off x="3152324" y="4894707"/>
              <a:ext cx="1321462" cy="1321838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 dirty="0"/>
            </a:p>
          </p:txBody>
        </p:sp>
        <p:sp>
          <p:nvSpPr>
            <p:cNvPr id="49" name="Freeform: Shape 21"/>
            <p:cNvSpPr/>
            <p:nvPr/>
          </p:nvSpPr>
          <p:spPr>
            <a:xfrm>
              <a:off x="3215037" y="4957793"/>
              <a:ext cx="1428975" cy="1428975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 dirty="0"/>
            </a:p>
          </p:txBody>
        </p:sp>
        <p:sp>
          <p:nvSpPr>
            <p:cNvPr id="50" name="Freeform: Shape 22"/>
            <p:cNvSpPr/>
            <p:nvPr/>
          </p:nvSpPr>
          <p:spPr>
            <a:xfrm>
              <a:off x="3301642" y="5044398"/>
              <a:ext cx="1490195" cy="1490195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 dirty="0"/>
            </a:p>
          </p:txBody>
        </p:sp>
        <p:sp>
          <p:nvSpPr>
            <p:cNvPr id="51" name="Freeform: Shape 23"/>
            <p:cNvSpPr/>
            <p:nvPr/>
          </p:nvSpPr>
          <p:spPr>
            <a:xfrm>
              <a:off x="3409523" y="5152279"/>
              <a:ext cx="1509607" cy="1509607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 dirty="0"/>
            </a:p>
          </p:txBody>
        </p:sp>
        <p:sp>
          <p:nvSpPr>
            <p:cNvPr id="52" name="Freeform: Shape 24"/>
            <p:cNvSpPr/>
            <p:nvPr/>
          </p:nvSpPr>
          <p:spPr>
            <a:xfrm>
              <a:off x="3538685" y="5279576"/>
              <a:ext cx="1488326" cy="1490192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 dirty="0"/>
            </a:p>
          </p:txBody>
        </p:sp>
        <p:sp>
          <p:nvSpPr>
            <p:cNvPr id="26" name="Freeform: Shape 25"/>
            <p:cNvSpPr/>
            <p:nvPr/>
          </p:nvSpPr>
          <p:spPr>
            <a:xfrm>
              <a:off x="3683896" y="5426652"/>
              <a:ext cx="1429720" cy="1429720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 dirty="0"/>
            </a:p>
          </p:txBody>
        </p:sp>
        <p:sp>
          <p:nvSpPr>
            <p:cNvPr id="53" name="Freeform: Shape 26"/>
            <p:cNvSpPr/>
            <p:nvPr/>
          </p:nvSpPr>
          <p:spPr>
            <a:xfrm>
              <a:off x="3901021" y="5597624"/>
              <a:ext cx="1275308" cy="1260376"/>
            </a:xfrm>
            <a:custGeom>
              <a:avLst/>
              <a:gdLst>
                <a:gd name="connsiteX0" fmla="*/ 1260376 w 1275308"/>
                <a:gd name="connsiteY0" fmla="*/ 0 h 1260376"/>
                <a:gd name="connsiteX1" fmla="*/ 1275308 w 1275308"/>
                <a:gd name="connsiteY1" fmla="*/ 52634 h 1260376"/>
                <a:gd name="connsiteX2" fmla="*/ 67566 w 1275308"/>
                <a:gd name="connsiteY2" fmla="*/ 1260376 h 1260376"/>
                <a:gd name="connsiteX3" fmla="*/ 0 w 1275308"/>
                <a:gd name="connsiteY3" fmla="*/ 1260376 h 1260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5308" h="1260376">
                  <a:moveTo>
                    <a:pt x="1260376" y="0"/>
                  </a:moveTo>
                  <a:cubicBezTo>
                    <a:pt x="1265977" y="17174"/>
                    <a:pt x="1270829" y="34716"/>
                    <a:pt x="1275308" y="52634"/>
                  </a:cubicBezTo>
                  <a:lnTo>
                    <a:pt x="67566" y="1260376"/>
                  </a:lnTo>
                  <a:lnTo>
                    <a:pt x="0" y="1260376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 dirty="0"/>
            </a:p>
          </p:txBody>
        </p:sp>
        <p:sp>
          <p:nvSpPr>
            <p:cNvPr id="28" name="Freeform: Shape 27"/>
            <p:cNvSpPr/>
            <p:nvPr/>
          </p:nvSpPr>
          <p:spPr>
            <a:xfrm>
              <a:off x="4141456" y="5797338"/>
              <a:ext cx="1065858" cy="1060662"/>
            </a:xfrm>
            <a:custGeom>
              <a:avLst/>
              <a:gdLst>
                <a:gd name="connsiteX0" fmla="*/ 1061006 w 1065858"/>
                <a:gd name="connsiteY0" fmla="*/ 0 h 1060662"/>
                <a:gd name="connsiteX1" fmla="*/ 1065858 w 1065858"/>
                <a:gd name="connsiteY1" fmla="*/ 62342 h 1060662"/>
                <a:gd name="connsiteX2" fmla="*/ 67196 w 1065858"/>
                <a:gd name="connsiteY2" fmla="*/ 1060662 h 1060662"/>
                <a:gd name="connsiteX3" fmla="*/ 0 w 1065858"/>
                <a:gd name="connsiteY3" fmla="*/ 1060662 h 1060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65858" h="1060662">
                  <a:moveTo>
                    <a:pt x="1061006" y="0"/>
                  </a:moveTo>
                  <a:cubicBezTo>
                    <a:pt x="1063248" y="20905"/>
                    <a:pt x="1064741" y="41809"/>
                    <a:pt x="1065858" y="62342"/>
                  </a:cubicBezTo>
                  <a:lnTo>
                    <a:pt x="67196" y="1060662"/>
                  </a:lnTo>
                  <a:lnTo>
                    <a:pt x="0" y="106066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 dirty="0"/>
            </a:p>
          </p:txBody>
        </p:sp>
        <p:sp>
          <p:nvSpPr>
            <p:cNvPr id="54" name="Freeform: Shape 28"/>
            <p:cNvSpPr/>
            <p:nvPr/>
          </p:nvSpPr>
          <p:spPr>
            <a:xfrm>
              <a:off x="4381830" y="6039978"/>
              <a:ext cx="818022" cy="818022"/>
            </a:xfrm>
            <a:custGeom>
              <a:avLst/>
              <a:gdLst>
                <a:gd name="connsiteX0" fmla="*/ 818022 w 818022"/>
                <a:gd name="connsiteY0" fmla="*/ 0 h 818022"/>
                <a:gd name="connsiteX1" fmla="*/ 804584 w 818022"/>
                <a:gd name="connsiteY1" fmla="*/ 80632 h 818022"/>
                <a:gd name="connsiteX2" fmla="*/ 67190 w 818022"/>
                <a:gd name="connsiteY2" fmla="*/ 818022 h 818022"/>
                <a:gd name="connsiteX3" fmla="*/ 0 w 818022"/>
                <a:gd name="connsiteY3" fmla="*/ 818022 h 818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8022" h="818022">
                  <a:moveTo>
                    <a:pt x="818022" y="0"/>
                  </a:moveTo>
                  <a:cubicBezTo>
                    <a:pt x="814660" y="27250"/>
                    <a:pt x="810180" y="53755"/>
                    <a:pt x="804584" y="80632"/>
                  </a:cubicBezTo>
                  <a:lnTo>
                    <a:pt x="67190" y="818022"/>
                  </a:lnTo>
                  <a:lnTo>
                    <a:pt x="0" y="818022"/>
                  </a:ln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 dirty="0"/>
            </a:p>
          </p:txBody>
        </p:sp>
        <p:sp>
          <p:nvSpPr>
            <p:cNvPr id="30" name="Freeform: Shape 29"/>
            <p:cNvSpPr/>
            <p:nvPr/>
          </p:nvSpPr>
          <p:spPr>
            <a:xfrm>
              <a:off x="4647375" y="6390131"/>
              <a:ext cx="442354" cy="442354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 dirty="0"/>
            </a:p>
          </p:txBody>
        </p:sp>
      </p:grpSp>
      <p:graphicFrame>
        <p:nvGraphicFramePr>
          <p:cNvPr id="55" name="Espace réservé du contenu 2"/>
          <p:cNvGraphicFramePr>
            <a:graphicFrameLocks noGrp="1"/>
          </p:cNvGraphicFramePr>
          <p:nvPr>
            <p:ph idx="1"/>
          </p:nvPr>
        </p:nvGraphicFramePr>
        <p:xfrm>
          <a:off x="567950" y="2639965"/>
          <a:ext cx="10995518" cy="35369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18" name="Rectangle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1417638" y="1417638"/>
            <a:ext cx="6875463" cy="4040188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20" name="Rectangle 1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6200000">
            <a:off x="-159544" y="2659856"/>
            <a:ext cx="4356100" cy="4040188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pic>
        <p:nvPicPr>
          <p:cNvPr id="17413" name="Picture 11" descr="Script informatique sur un écra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782"/>
          <a:stretch>
            <a:fillRect/>
          </a:stretch>
        </p:blipFill>
        <p:spPr bwMode="auto">
          <a:xfrm>
            <a:off x="4038600" y="0"/>
            <a:ext cx="8159750" cy="687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Freeform: Shape 2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17417" name="Titre 1"/>
          <p:cNvSpPr>
            <a:spLocks noGrp="1"/>
          </p:cNvSpPr>
          <p:nvPr>
            <p:ph type="title"/>
          </p:nvPr>
        </p:nvSpPr>
        <p:spPr>
          <a:xfrm>
            <a:off x="534988" y="2951163"/>
            <a:ext cx="3051175" cy="3530600"/>
          </a:xfrm>
        </p:spPr>
        <p:txBody>
          <a:bodyPr anchor="t"/>
          <a:lstStyle/>
          <a:p>
            <a:pPr algn="r" eaLnBrk="1" hangingPunct="1"/>
            <a:r>
              <a:rPr lang="fr-FR" altLang="fr-FR" sz="3400">
                <a:solidFill>
                  <a:srgbClr val="FFFFFF"/>
                </a:solidFill>
              </a:rPr>
              <a:t>Langage de programmation et environnement de travail</a:t>
            </a: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" name="Diagramme 37"/>
          <p:cNvGraphicFramePr/>
          <p:nvPr/>
        </p:nvGraphicFramePr>
        <p:xfrm>
          <a:off x="5636301" y="577150"/>
          <a:ext cx="7747720" cy="5958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1" name="Diagramme 40"/>
          <p:cNvGraphicFramePr/>
          <p:nvPr>
            <p:extLst>
              <p:ext uri="{D42A27DB-BD31-4B8C-83A1-F6EECF244321}">
                <p14:modId xmlns:p14="http://schemas.microsoft.com/office/powerpoint/2010/main" val="1424548889"/>
              </p:ext>
            </p:extLst>
          </p:nvPr>
        </p:nvGraphicFramePr>
        <p:xfrm>
          <a:off x="-1424062" y="749508"/>
          <a:ext cx="8199620" cy="58087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42" name="Flèche : droite 41"/>
          <p:cNvSpPr/>
          <p:nvPr/>
        </p:nvSpPr>
        <p:spPr>
          <a:xfrm>
            <a:off x="4841875" y="750888"/>
            <a:ext cx="2668588" cy="152876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2000" dirty="0"/>
              <a:t>Langages de programmation</a:t>
            </a:r>
          </a:p>
        </p:txBody>
      </p:sp>
      <p:sp>
        <p:nvSpPr>
          <p:cNvPr id="43" name="Flèche : gauche 42"/>
          <p:cNvSpPr/>
          <p:nvPr/>
        </p:nvSpPr>
        <p:spPr>
          <a:xfrm>
            <a:off x="4872038" y="4989513"/>
            <a:ext cx="2667000" cy="152876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z="2000" dirty="0"/>
              <a:t>Environnement Logiciel</a:t>
            </a:r>
          </a:p>
        </p:txBody>
      </p:sp>
      <p:grpSp>
        <p:nvGrpSpPr>
          <p:cNvPr id="48" name="Groupe 47"/>
          <p:cNvGrpSpPr>
            <a:grpSpLocks/>
          </p:cNvGrpSpPr>
          <p:nvPr/>
        </p:nvGrpSpPr>
        <p:grpSpPr bwMode="auto">
          <a:xfrm>
            <a:off x="4841875" y="2646363"/>
            <a:ext cx="2668588" cy="1995487"/>
            <a:chOff x="4841823" y="2645733"/>
            <a:chExt cx="2668249" cy="1996187"/>
          </a:xfrm>
        </p:grpSpPr>
        <p:sp>
          <p:nvSpPr>
            <p:cNvPr id="45" name="Rectangle 44"/>
            <p:cNvSpPr/>
            <p:nvPr/>
          </p:nvSpPr>
          <p:spPr>
            <a:xfrm>
              <a:off x="4841823" y="2645733"/>
              <a:ext cx="2668249" cy="1996187"/>
            </a:xfrm>
            <a:prstGeom prst="rect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fr-FR" dirty="0"/>
                <a:t>IDE:</a:t>
              </a:r>
            </a:p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fr-FR" dirty="0"/>
                <a:t>Visual Studio Code</a:t>
              </a:r>
            </a:p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 dirty="0"/>
            </a:p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 dirty="0"/>
            </a:p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 dirty="0"/>
            </a:p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 dirty="0"/>
            </a:p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fr-FR" dirty="0"/>
            </a:p>
          </p:txBody>
        </p:sp>
        <p:pic>
          <p:nvPicPr>
            <p:cNvPr id="18440" name="Image 46" descr="Une image contenant Graphique, capture d’écran, symbole, Bleu électrique&#10;&#10;Le contenu généré par l’IA peut être incorrect."/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52219" y="3301297"/>
              <a:ext cx="1168266" cy="11682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1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319" name="Rectangle 13318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13321" name="Rectangle 1332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1417638" y="1417638"/>
            <a:ext cx="6875463" cy="404018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13323" name="Rectangle 1332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6200000">
            <a:off x="-158750" y="2660650"/>
            <a:ext cx="4356100" cy="40386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13325" name="Rectangle 133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13327" name="Freeform: Shape 133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60400" y="2767013"/>
            <a:ext cx="2879725" cy="3071812"/>
          </a:xfrm>
        </p:spPr>
        <p:txBody>
          <a:bodyPr anchor="t"/>
          <a:lstStyle/>
          <a:p>
            <a:pPr eaLnBrk="1" hangingPunct="1"/>
            <a:r>
              <a:rPr lang="fr-FR" altLang="fr-FR" sz="4000">
                <a:solidFill>
                  <a:srgbClr val="FFFFFF"/>
                </a:solidFill>
              </a:rPr>
              <a:t>Architecture de l’application </a:t>
            </a:r>
          </a:p>
        </p:txBody>
      </p:sp>
      <p:pic>
        <p:nvPicPr>
          <p:cNvPr id="13314" name="Picture 2" descr="Une image contenant texte, capture d’écran, diagramme, Police&#10;&#10;Le contenu généré par l’IA peut être incorrect.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02150" y="1397000"/>
            <a:ext cx="7226300" cy="4064000"/>
          </a:xfrm>
          <a:noFill/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1417638" y="1417638"/>
            <a:ext cx="6875463" cy="404018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6200000">
            <a:off x="-158750" y="2660650"/>
            <a:ext cx="4356100" cy="40386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25611" name="Titre 1">
            <a:extLst>
              <a:ext uri="{FF2B5EF4-FFF2-40B4-BE49-F238E27FC236}">
                <a16:creationId xmlns:a16="http://schemas.microsoft.com/office/drawing/2014/main" id="{71EED5F5-2F36-CBC2-6B6B-E84218E84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2767013"/>
            <a:ext cx="2879725" cy="3071812"/>
          </a:xfrm>
        </p:spPr>
        <p:txBody>
          <a:bodyPr anchor="t"/>
          <a:lstStyle/>
          <a:p>
            <a:r>
              <a:rPr lang="fr-FR" altLang="fr-FR" sz="4000">
                <a:solidFill>
                  <a:srgbClr val="FFFFFF"/>
                </a:solidFill>
              </a:rPr>
              <a:t>Conception</a:t>
            </a:r>
          </a:p>
        </p:txBody>
      </p:sp>
      <p:pic>
        <p:nvPicPr>
          <p:cNvPr id="25612" name="Graphic 6" descr="Head with Gears">
            <a:extLst>
              <a:ext uri="{FF2B5EF4-FFF2-40B4-BE49-F238E27FC236}">
                <a16:creationId xmlns:a16="http://schemas.microsoft.com/office/drawing/2014/main" id="{FABC0DB8-E9ED-33DC-09A6-76D5E63362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3025" y="466725"/>
            <a:ext cx="5924550" cy="592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1417638" y="1417638"/>
            <a:ext cx="6875463" cy="404018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6200000">
            <a:off x="-158750" y="2660650"/>
            <a:ext cx="4356100" cy="4038600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96036E8-69D5-BECB-E53F-D52D56C29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2767013"/>
            <a:ext cx="2879725" cy="3071812"/>
          </a:xfrm>
        </p:spPr>
        <p:txBody>
          <a:bodyPr anchor="t"/>
          <a:lstStyle/>
          <a:p>
            <a:r>
              <a:rPr lang="fr-FR" altLang="fr-FR" sz="4000">
                <a:solidFill>
                  <a:srgbClr val="FFFFFF"/>
                </a:solidFill>
              </a:rPr>
              <a:t>Diagramme de cas d‘utilisation global</a:t>
            </a:r>
          </a:p>
        </p:txBody>
      </p:sp>
      <p:pic>
        <p:nvPicPr>
          <p:cNvPr id="5" name="Espace réservé du contenu 4" descr="Une image contenant texte, diagramme, écriture manuscrite, Police&#10;&#10;Le contenu généré par l’IA peut être incorrect.">
            <a:extLst>
              <a:ext uri="{FF2B5EF4-FFF2-40B4-BE49-F238E27FC236}">
                <a16:creationId xmlns:a16="http://schemas.microsoft.com/office/drawing/2014/main" id="{5AE39ACC-4A7F-87AB-F95F-1B63D9856C3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46" b="-337"/>
          <a:stretch>
            <a:fillRect/>
          </a:stretch>
        </p:blipFill>
        <p:spPr>
          <a:xfrm>
            <a:off x="4259263" y="-33338"/>
            <a:ext cx="7296150" cy="6931026"/>
          </a:xfr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re 1">
            <a:extLst>
              <a:ext uri="{FF2B5EF4-FFF2-40B4-BE49-F238E27FC236}">
                <a16:creationId xmlns:a16="http://schemas.microsoft.com/office/drawing/2014/main" id="{A3FD8F5B-745E-E368-86C3-DD7B80752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400" y="1128713"/>
            <a:ext cx="3433763" cy="1414462"/>
          </a:xfrm>
        </p:spPr>
        <p:txBody>
          <a:bodyPr anchor="t"/>
          <a:lstStyle/>
          <a:p>
            <a:r>
              <a:rPr lang="fr-FR" altLang="fr-FR" sz="3200"/>
              <a:t>Diagramme de classes</a:t>
            </a:r>
          </a:p>
        </p:txBody>
      </p:sp>
      <p:pic>
        <p:nvPicPr>
          <p:cNvPr id="37891" name="Espace réservé du contenu 4" descr="Une image contenant texte, diagramme, capture d’écran, Parallèle&#10;&#10;Le contenu généré par l’IA peut être incorrect.">
            <a:extLst>
              <a:ext uri="{FF2B5EF4-FFF2-40B4-BE49-F238E27FC236}">
                <a16:creationId xmlns:a16="http://schemas.microsoft.com/office/drawing/2014/main" id="{E4109EAB-9F42-2651-960C-ED15B39ED1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668" r="3" b="320"/>
          <a:stretch>
            <a:fillRect/>
          </a:stretch>
        </p:blipFill>
        <p:spPr bwMode="auto">
          <a:xfrm>
            <a:off x="131763" y="0"/>
            <a:ext cx="73088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49EDD1B-F94D-B4E6-ACAA-566B9A26FDE3}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8199438" y="871538"/>
            <a:ext cx="736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93" name="Content Placeholder 8">
            <a:extLst>
              <a:ext uri="{FF2B5EF4-FFF2-40B4-BE49-F238E27FC236}">
                <a16:creationId xmlns:a16="http://schemas.microsoft.com/office/drawing/2014/main" id="{6190866B-3C39-035A-DBE2-9ED0BAC6F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3400" y="2543175"/>
            <a:ext cx="3433763" cy="3598863"/>
          </a:xfrm>
        </p:spPr>
        <p:txBody>
          <a:bodyPr/>
          <a:lstStyle/>
          <a:p>
            <a:r>
              <a:rPr lang="en-US" altLang="fr-FR" sz="2000"/>
              <a:t>Gestion de services</a:t>
            </a:r>
          </a:p>
        </p:txBody>
      </p:sp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5552" b="1017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0486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Perspectives</a:t>
            </a:r>
          </a:p>
        </p:txBody>
      </p:sp>
      <p:graphicFrame>
        <p:nvGraphicFramePr>
          <p:cNvPr id="5" name="Espace réservé du contenu 2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Une image contenant flou, bleu, Caractère coloré, Bleu Majorelle&#10;&#10;Le contenu généré par l’IA peut être incorrect.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9091" r="909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510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altLang="fr-FR"/>
              <a:t>Perspectives</a:t>
            </a:r>
          </a:p>
        </p:txBody>
      </p:sp>
      <p:graphicFrame>
        <p:nvGraphicFramePr>
          <p:cNvPr id="5" name="Espace réservé du contenu 2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10" name="Group 9"/>
          <p:cNvGrpSpPr>
            <a:grpSpLocks noGrp="1" noUngrp="1" noRot="1" noChangeAspect="1" noMove="1" noResize="1"/>
          </p:cNvGrpSpPr>
          <p:nvPr/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/>
            <p:cNvSpPr/>
            <p:nvPr/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15" name="Rectangle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39763" y="614363"/>
            <a:ext cx="10907712" cy="18938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2533" name="Titre 1"/>
          <p:cNvSpPr>
            <a:spLocks noGrp="1"/>
          </p:cNvSpPr>
          <p:nvPr>
            <p:ph type="title"/>
          </p:nvPr>
        </p:nvSpPr>
        <p:spPr>
          <a:xfrm>
            <a:off x="1042988" y="809625"/>
            <a:ext cx="9944100" cy="1554163"/>
          </a:xfrm>
        </p:spPr>
        <p:txBody>
          <a:bodyPr/>
          <a:lstStyle/>
          <a:p>
            <a:pPr eaLnBrk="1" hangingPunct="1"/>
            <a:r>
              <a:rPr lang="fr-FR" altLang="fr-FR" sz="4800" dirty="0"/>
              <a:t>Conclusion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44575" y="3089275"/>
            <a:ext cx="9942513" cy="3124200"/>
          </a:xfrm>
        </p:spPr>
        <p:txBody>
          <a:bodyPr rtlCol="0" anchor="ctr">
            <a:normAutofit fontScale="92500" lnSpcReduction="20000"/>
          </a:bodyPr>
          <a:lstStyle/>
          <a:p>
            <a:pPr marL="0" indent="0" eaLnBrk="1" fontAlgn="auto" hangingPunct="1">
              <a:lnSpc>
                <a:spcPct val="150000"/>
              </a:lnSpc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fr-FR" sz="3200" dirty="0"/>
              <a:t>Nous espérons que vous avez apprécié mon présentation du projet de site web place de marché de services . Ce projet représente le fruit de mon travail. Nous vous remercions sincèrement pour votre temps et vos futurs retours, qui sont essentiels pour notre progression.</a:t>
            </a:r>
          </a:p>
          <a:p>
            <a:pPr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endParaRPr lang="fr-FR" sz="3200" dirty="0"/>
          </a:p>
        </p:txBody>
      </p:sp>
      <p:cxnSp>
        <p:nvCxnSpPr>
          <p:cNvPr id="17" name="Straight Connector 16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 flipH="1">
            <a:off x="838200" y="6484938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rganigramme : Connecteur 3">
            <a:extLst>
              <a:ext uri="{FF2B5EF4-FFF2-40B4-BE49-F238E27FC236}">
                <a16:creationId xmlns:a16="http://schemas.microsoft.com/office/drawing/2014/main" id="{D36D1E33-0AD9-1655-7AB9-248CA1CAEF27}"/>
              </a:ext>
            </a:extLst>
          </p:cNvPr>
          <p:cNvSpPr/>
          <p:nvPr/>
        </p:nvSpPr>
        <p:spPr>
          <a:xfrm rot="391797">
            <a:off x="11052002" y="-95163"/>
            <a:ext cx="4506364" cy="4359444"/>
          </a:xfrm>
          <a:prstGeom prst="flowChartConnector">
            <a:avLst/>
          </a:prstGeom>
          <a:solidFill>
            <a:srgbClr val="0070C0">
              <a:alpha val="85000"/>
            </a:srgbClr>
          </a:solidFill>
          <a:ln w="12700">
            <a:noFill/>
          </a:ln>
          <a:effectLst>
            <a:outerShdw blurRad="50800" dir="8100000" algn="tr" rotWithShape="0">
              <a:prstClr val="black">
                <a:alpha val="40000"/>
              </a:prstClr>
            </a:outerShdw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Organigramme : Connecteur 4">
            <a:extLst>
              <a:ext uri="{FF2B5EF4-FFF2-40B4-BE49-F238E27FC236}">
                <a16:creationId xmlns:a16="http://schemas.microsoft.com/office/drawing/2014/main" id="{DC2B3DC1-C0B3-3340-6A20-ECB4783D33D3}"/>
              </a:ext>
            </a:extLst>
          </p:cNvPr>
          <p:cNvSpPr/>
          <p:nvPr/>
        </p:nvSpPr>
        <p:spPr>
          <a:xfrm rot="19843553">
            <a:off x="-1751628" y="6049416"/>
            <a:ext cx="3806340" cy="3631826"/>
          </a:xfrm>
          <a:prstGeom prst="flowChartConnector">
            <a:avLst/>
          </a:prstGeom>
          <a:solidFill>
            <a:srgbClr val="FDC00F"/>
          </a:solidFill>
          <a:ln w="12700">
            <a:noFill/>
          </a:ln>
          <a:effectLst>
            <a:outerShdw blurRad="50800" dir="8100000" algn="tr" rotWithShape="0">
              <a:prstClr val="black">
                <a:alpha val="40000"/>
              </a:prstClr>
            </a:outerShdw>
            <a:softEdge rad="635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" name="Organigramme : Connecteur 2">
            <a:extLst>
              <a:ext uri="{FF2B5EF4-FFF2-40B4-BE49-F238E27FC236}">
                <a16:creationId xmlns:a16="http://schemas.microsoft.com/office/drawing/2014/main" id="{D6EC8ED3-63BE-E021-372A-83794BAE2F9B}"/>
              </a:ext>
            </a:extLst>
          </p:cNvPr>
          <p:cNvSpPr/>
          <p:nvPr/>
        </p:nvSpPr>
        <p:spPr>
          <a:xfrm rot="15940051">
            <a:off x="-1270137" y="-4217701"/>
            <a:ext cx="14339662" cy="14794636"/>
          </a:xfrm>
          <a:prstGeom prst="flowChartConnector">
            <a:avLst/>
          </a:prstGeom>
          <a:solidFill>
            <a:schemeClr val="tx2"/>
          </a:solidFill>
          <a:ln w="38100">
            <a:solidFill>
              <a:schemeClr val="bg2">
                <a:lumMod val="75000"/>
              </a:schemeClr>
            </a:solidFill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4C65A6AE-6014-1AB6-3C86-4D7C50C0A2F2}"/>
              </a:ext>
            </a:extLst>
          </p:cNvPr>
          <p:cNvSpPr txBox="1"/>
          <p:nvPr/>
        </p:nvSpPr>
        <p:spPr>
          <a:xfrm>
            <a:off x="1805749" y="1256510"/>
            <a:ext cx="854809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MERCI POUR VOTRE ATTENTION </a:t>
            </a:r>
          </a:p>
        </p:txBody>
      </p:sp>
    </p:spTree>
    <p:extLst>
      <p:ext uri="{BB962C8B-B14F-4D97-AF65-F5344CB8AC3E}">
        <p14:creationId xmlns:p14="http://schemas.microsoft.com/office/powerpoint/2010/main" val="17588693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1394</TotalTime>
  <Words>688</Words>
  <Application>Microsoft Office PowerPoint</Application>
  <PresentationFormat>Grand écran</PresentationFormat>
  <Paragraphs>102</Paragraphs>
  <Slides>21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Times New Roman</vt:lpstr>
      <vt:lpstr>Thème Office</vt:lpstr>
      <vt:lpstr>Réalisation d’une plateforme place de marché des services</vt:lpstr>
      <vt:lpstr>DEMARCHE</vt:lpstr>
      <vt:lpstr>INTRODUCTION</vt:lpstr>
      <vt:lpstr>Contexte</vt:lpstr>
      <vt:lpstr>Problématique</vt:lpstr>
      <vt:lpstr>Solution proposée</vt:lpstr>
      <vt:lpstr>Identification des acteurs</vt:lpstr>
      <vt:lpstr>Besoins fonctionnels de Visiteur</vt:lpstr>
      <vt:lpstr>Besoins fonctionnels de l‘Utilisateur</vt:lpstr>
      <vt:lpstr>Besoins fonctionnels de l‘Administrateur</vt:lpstr>
      <vt:lpstr>Besoins non fonctionnels</vt:lpstr>
      <vt:lpstr>Langage de programmation et environnement de travail</vt:lpstr>
      <vt:lpstr>Présentation PowerPoint</vt:lpstr>
      <vt:lpstr>Architecture de l’application </vt:lpstr>
      <vt:lpstr>Conception</vt:lpstr>
      <vt:lpstr>Diagramme de cas d‘utilisation global</vt:lpstr>
      <vt:lpstr>Diagramme de classes</vt:lpstr>
      <vt:lpstr>Perspectives</vt:lpstr>
      <vt:lpstr>Perspectives</vt:lpstr>
      <vt:lpstr>Conclusion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Conception et réalisation D‘une plateforme place de marché des services</dc:title>
  <dc:creator>barhoumiwassim</dc:creator>
  <cp:lastModifiedBy>Zayeni Hamza</cp:lastModifiedBy>
  <cp:revision>61</cp:revision>
  <dcterms:created xsi:type="dcterms:W3CDTF">2025-06-12T14:49:41Z</dcterms:created>
  <dcterms:modified xsi:type="dcterms:W3CDTF">2025-12-02T15:00:55Z</dcterms:modified>
</cp:coreProperties>
</file>